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4" r:id="rId2"/>
  </p:sldMasterIdLst>
  <p:notesMasterIdLst>
    <p:notesMasterId r:id="rId15"/>
  </p:notesMasterIdLst>
  <p:sldIdLst>
    <p:sldId id="256" r:id="rId3"/>
    <p:sldId id="270" r:id="rId4"/>
    <p:sldId id="269" r:id="rId5"/>
    <p:sldId id="257" r:id="rId6"/>
    <p:sldId id="263" r:id="rId7"/>
    <p:sldId id="258" r:id="rId8"/>
    <p:sldId id="262" r:id="rId9"/>
    <p:sldId id="259" r:id="rId10"/>
    <p:sldId id="264" r:id="rId11"/>
    <p:sldId id="260" r:id="rId12"/>
    <p:sldId id="265"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7179" autoAdjust="0"/>
  </p:normalViewPr>
  <p:slideViewPr>
    <p:cSldViewPr snapToGrid="0" snapToObjects="1">
      <p:cViewPr varScale="1">
        <p:scale>
          <a:sx n="47" d="100"/>
          <a:sy n="47" d="100"/>
        </p:scale>
        <p:origin x="668" y="28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CC61F1-3E24-4439-9616-62A11561968B}" type="doc">
      <dgm:prSet loTypeId="urn:microsoft.com/office/officeart/2005/8/layout/vList5" loCatId="list" qsTypeId="urn:microsoft.com/office/officeart/2005/8/quickstyle/3d3" qsCatId="3D" csTypeId="urn:microsoft.com/office/officeart/2005/8/colors/colorful5" csCatId="colorful" phldr="1"/>
      <dgm:spPr/>
      <dgm:t>
        <a:bodyPr/>
        <a:lstStyle/>
        <a:p>
          <a:endParaRPr lang="fr-FR"/>
        </a:p>
      </dgm:t>
    </dgm:pt>
    <dgm:pt modelId="{6FC83831-9E05-4A91-8E34-0A47709D0BE8}">
      <dgm:prSet/>
      <dgm:spPr/>
      <dgm:t>
        <a:bodyPr/>
        <a:lstStyle/>
        <a:p>
          <a:r>
            <a:rPr lang="fr-FR" b="1" dirty="0"/>
            <a:t>Main KPIs</a:t>
          </a:r>
          <a:endParaRPr lang="fr-FR" dirty="0"/>
        </a:p>
      </dgm:t>
    </dgm:pt>
    <dgm:pt modelId="{E31DB1F3-B34F-4EC3-8E48-4C063310AFB4}" type="parTrans" cxnId="{ADA81814-6B96-4E74-A853-E6796280D27C}">
      <dgm:prSet/>
      <dgm:spPr/>
      <dgm:t>
        <a:bodyPr/>
        <a:lstStyle/>
        <a:p>
          <a:endParaRPr lang="fr-FR"/>
        </a:p>
      </dgm:t>
    </dgm:pt>
    <dgm:pt modelId="{24F8E6A8-2B17-4C5B-8C5B-16976DF5F5E3}" type="sibTrans" cxnId="{ADA81814-6B96-4E74-A853-E6796280D27C}">
      <dgm:prSet/>
      <dgm:spPr/>
      <dgm:t>
        <a:bodyPr/>
        <a:lstStyle/>
        <a:p>
          <a:endParaRPr lang="fr-FR"/>
        </a:p>
      </dgm:t>
    </dgm:pt>
    <dgm:pt modelId="{0DC0A299-4687-4636-A4F9-776FFA37F8F4}">
      <dgm:prSet custT="1"/>
      <dgm:spPr/>
      <dgm:t>
        <a:bodyPr/>
        <a:lstStyle/>
        <a:p>
          <a:r>
            <a:rPr lang="fr-FR" sz="1800" dirty="0"/>
            <a:t>Total courses: </a:t>
          </a:r>
          <a:r>
            <a:rPr lang="fr-FR" sz="1800" b="1" dirty="0"/>
            <a:t>5,411</a:t>
          </a:r>
          <a:endParaRPr lang="fr-FR" sz="1800" dirty="0"/>
        </a:p>
      </dgm:t>
    </dgm:pt>
    <dgm:pt modelId="{ED598C25-E92B-4943-A613-7E88DE0689C6}" type="parTrans" cxnId="{974F340F-8B9F-485D-B5ED-AEE4BB4DCB6C}">
      <dgm:prSet/>
      <dgm:spPr/>
      <dgm:t>
        <a:bodyPr/>
        <a:lstStyle/>
        <a:p>
          <a:endParaRPr lang="fr-FR"/>
        </a:p>
      </dgm:t>
    </dgm:pt>
    <dgm:pt modelId="{1E9623F5-EDEE-47B9-9C18-17C5A307DC24}" type="sibTrans" cxnId="{974F340F-8B9F-485D-B5ED-AEE4BB4DCB6C}">
      <dgm:prSet/>
      <dgm:spPr/>
      <dgm:t>
        <a:bodyPr/>
        <a:lstStyle/>
        <a:p>
          <a:endParaRPr lang="fr-FR"/>
        </a:p>
      </dgm:t>
    </dgm:pt>
    <dgm:pt modelId="{1CE2B7BC-C853-41DA-A700-97853CE964ED}">
      <dgm:prSet custT="1"/>
      <dgm:spPr/>
      <dgm:t>
        <a:bodyPr/>
        <a:lstStyle/>
        <a:p>
          <a:r>
            <a:rPr lang="fr-FR" sz="1800" dirty="0" err="1"/>
            <a:t>Teaching</a:t>
          </a:r>
          <a:r>
            <a:rPr lang="fr-FR" sz="1800" dirty="0"/>
            <a:t> </a:t>
          </a:r>
          <a:r>
            <a:rPr lang="fr-FR" sz="1800" dirty="0" err="1"/>
            <a:t>languages</a:t>
          </a:r>
          <a:r>
            <a:rPr lang="fr-FR" sz="1800" dirty="0"/>
            <a:t>: </a:t>
          </a:r>
          <a:r>
            <a:rPr lang="fr-FR" sz="1800" b="1" dirty="0"/>
            <a:t>1 (English </a:t>
          </a:r>
          <a:r>
            <a:rPr lang="fr-FR" sz="1800" b="1" dirty="0" err="1"/>
            <a:t>only</a:t>
          </a:r>
          <a:r>
            <a:rPr lang="fr-FR" sz="1800" b="1" dirty="0"/>
            <a:t>)</a:t>
          </a:r>
          <a:endParaRPr lang="fr-FR" sz="1800" dirty="0"/>
        </a:p>
      </dgm:t>
    </dgm:pt>
    <dgm:pt modelId="{79B3F218-F083-4E7E-BFC8-2F9ECC9157B4}" type="parTrans" cxnId="{F1D976EF-F6C3-449C-A0E7-5EC72CAA0A9E}">
      <dgm:prSet/>
      <dgm:spPr/>
      <dgm:t>
        <a:bodyPr/>
        <a:lstStyle/>
        <a:p>
          <a:endParaRPr lang="fr-FR"/>
        </a:p>
      </dgm:t>
    </dgm:pt>
    <dgm:pt modelId="{350CE1BA-BF78-4A1D-9D4F-CF7BE3652217}" type="sibTrans" cxnId="{F1D976EF-F6C3-449C-A0E7-5EC72CAA0A9E}">
      <dgm:prSet/>
      <dgm:spPr/>
      <dgm:t>
        <a:bodyPr/>
        <a:lstStyle/>
        <a:p>
          <a:endParaRPr lang="fr-FR"/>
        </a:p>
      </dgm:t>
    </dgm:pt>
    <dgm:pt modelId="{29AFA7B4-C0D6-472B-9AE4-107B3C82EEDB}">
      <dgm:prSet/>
      <dgm:spPr/>
      <dgm:t>
        <a:bodyPr/>
        <a:lstStyle/>
        <a:p>
          <a:r>
            <a:rPr lang="fr-FR" b="1"/>
            <a:t>Top Competencies</a:t>
          </a:r>
          <a:endParaRPr lang="fr-FR"/>
        </a:p>
      </dgm:t>
    </dgm:pt>
    <dgm:pt modelId="{12628FB0-2243-44F4-B64E-1EA684DB4560}" type="parTrans" cxnId="{6D9E6182-F5D0-4353-87A2-4DB6BEF086B2}">
      <dgm:prSet/>
      <dgm:spPr/>
      <dgm:t>
        <a:bodyPr/>
        <a:lstStyle/>
        <a:p>
          <a:endParaRPr lang="fr-FR"/>
        </a:p>
      </dgm:t>
    </dgm:pt>
    <dgm:pt modelId="{B0C75D57-9C9C-42FD-8F2A-23F00A8875B8}" type="sibTrans" cxnId="{6D9E6182-F5D0-4353-87A2-4DB6BEF086B2}">
      <dgm:prSet/>
      <dgm:spPr/>
      <dgm:t>
        <a:bodyPr/>
        <a:lstStyle/>
        <a:p>
          <a:endParaRPr lang="fr-FR"/>
        </a:p>
      </dgm:t>
    </dgm:pt>
    <dgm:pt modelId="{81885021-9095-4DBC-BCC0-DFB7EB21A181}">
      <dgm:prSet custT="1"/>
      <dgm:spPr/>
      <dgm:t>
        <a:bodyPr/>
        <a:lstStyle/>
        <a:p>
          <a:r>
            <a:rPr lang="fr-FR" sz="1800" dirty="0"/>
            <a:t>Data </a:t>
          </a:r>
          <a:r>
            <a:rPr lang="fr-FR" sz="1800" dirty="0" err="1"/>
            <a:t>Analysis</a:t>
          </a:r>
          <a:r>
            <a:rPr lang="fr-FR" sz="1800" dirty="0"/>
            <a:t> → </a:t>
          </a:r>
          <a:r>
            <a:rPr lang="fr-FR" sz="1800" b="1" dirty="0"/>
            <a:t>415 courses</a:t>
          </a:r>
          <a:endParaRPr lang="fr-FR" sz="1800" dirty="0"/>
        </a:p>
      </dgm:t>
    </dgm:pt>
    <dgm:pt modelId="{503F340D-A580-4C09-8783-43FE01E0B4FC}" type="parTrans" cxnId="{4D8175C1-BEBD-4FAB-BF12-9F8B423D9EE1}">
      <dgm:prSet/>
      <dgm:spPr/>
      <dgm:t>
        <a:bodyPr/>
        <a:lstStyle/>
        <a:p>
          <a:endParaRPr lang="fr-FR"/>
        </a:p>
      </dgm:t>
    </dgm:pt>
    <dgm:pt modelId="{746A092B-1F9A-4D8E-9C71-216478F2C3AA}" type="sibTrans" cxnId="{4D8175C1-BEBD-4FAB-BF12-9F8B423D9EE1}">
      <dgm:prSet/>
      <dgm:spPr/>
      <dgm:t>
        <a:bodyPr/>
        <a:lstStyle/>
        <a:p>
          <a:endParaRPr lang="fr-FR"/>
        </a:p>
      </dgm:t>
    </dgm:pt>
    <dgm:pt modelId="{9BF8EC9C-512B-44EA-B52B-74C3907C5A72}">
      <dgm:prSet custT="1"/>
      <dgm:spPr/>
      <dgm:t>
        <a:bodyPr/>
        <a:lstStyle/>
        <a:p>
          <a:r>
            <a:rPr lang="fr-FR" sz="1800" dirty="0" err="1"/>
            <a:t>Artificial</a:t>
          </a:r>
          <a:r>
            <a:rPr lang="fr-FR" sz="1800" dirty="0"/>
            <a:t> Intelligence → </a:t>
          </a:r>
          <a:r>
            <a:rPr lang="fr-FR" sz="1800" b="1" dirty="0"/>
            <a:t>327 courses</a:t>
          </a:r>
          <a:endParaRPr lang="fr-FR" sz="1800" dirty="0"/>
        </a:p>
      </dgm:t>
    </dgm:pt>
    <dgm:pt modelId="{8F5D7671-6291-4722-B44C-980E7BBD5441}" type="parTrans" cxnId="{9977D066-9B6E-43D3-B906-B4B0EC823C82}">
      <dgm:prSet/>
      <dgm:spPr/>
      <dgm:t>
        <a:bodyPr/>
        <a:lstStyle/>
        <a:p>
          <a:endParaRPr lang="fr-FR"/>
        </a:p>
      </dgm:t>
    </dgm:pt>
    <dgm:pt modelId="{6ACB1D49-3FA7-4032-9A82-F824AE585A83}" type="sibTrans" cxnId="{9977D066-9B6E-43D3-B906-B4B0EC823C82}">
      <dgm:prSet/>
      <dgm:spPr/>
      <dgm:t>
        <a:bodyPr/>
        <a:lstStyle/>
        <a:p>
          <a:endParaRPr lang="fr-FR"/>
        </a:p>
      </dgm:t>
    </dgm:pt>
    <dgm:pt modelId="{B48D93B2-E332-4D45-9A79-DA523D73578F}">
      <dgm:prSet custT="1"/>
      <dgm:spPr/>
      <dgm:t>
        <a:bodyPr/>
        <a:lstStyle/>
        <a:p>
          <a:r>
            <a:rPr lang="fr-FR" sz="1800" dirty="0" err="1"/>
            <a:t>Generative</a:t>
          </a:r>
          <a:r>
            <a:rPr lang="fr-FR" sz="1800" dirty="0"/>
            <a:t> AI → </a:t>
          </a:r>
          <a:r>
            <a:rPr lang="fr-FR" sz="1800" b="1" dirty="0"/>
            <a:t>327 courses</a:t>
          </a:r>
          <a:endParaRPr lang="fr-FR" sz="1800" dirty="0"/>
        </a:p>
      </dgm:t>
    </dgm:pt>
    <dgm:pt modelId="{9552C01E-5F33-4220-BC38-2440DF19A839}" type="parTrans" cxnId="{9F613E6D-3B47-4A14-BFDB-27AF966E4428}">
      <dgm:prSet/>
      <dgm:spPr/>
      <dgm:t>
        <a:bodyPr/>
        <a:lstStyle/>
        <a:p>
          <a:endParaRPr lang="fr-FR"/>
        </a:p>
      </dgm:t>
    </dgm:pt>
    <dgm:pt modelId="{75650B7E-867D-47E8-B89B-4E02A46DA594}" type="sibTrans" cxnId="{9F613E6D-3B47-4A14-BFDB-27AF966E4428}">
      <dgm:prSet/>
      <dgm:spPr/>
      <dgm:t>
        <a:bodyPr/>
        <a:lstStyle/>
        <a:p>
          <a:endParaRPr lang="fr-FR"/>
        </a:p>
      </dgm:t>
    </dgm:pt>
    <dgm:pt modelId="{E9B64231-5A6B-4251-AD87-8D221295571C}">
      <dgm:prSet/>
      <dgm:spPr/>
      <dgm:t>
        <a:bodyPr/>
        <a:lstStyle/>
        <a:p>
          <a:r>
            <a:rPr lang="fr-FR" b="1"/>
            <a:t>Top Instructors</a:t>
          </a:r>
          <a:endParaRPr lang="fr-FR"/>
        </a:p>
      </dgm:t>
    </dgm:pt>
    <dgm:pt modelId="{CAEA1116-F329-4E38-B9D0-16D45D8C68CC}" type="parTrans" cxnId="{886D2E70-4C5F-41D5-AE40-301E34AE8A0B}">
      <dgm:prSet/>
      <dgm:spPr/>
      <dgm:t>
        <a:bodyPr/>
        <a:lstStyle/>
        <a:p>
          <a:endParaRPr lang="fr-FR"/>
        </a:p>
      </dgm:t>
    </dgm:pt>
    <dgm:pt modelId="{AC63F91E-199B-41F4-9109-C841702DD1DE}" type="sibTrans" cxnId="{886D2E70-4C5F-41D5-AE40-301E34AE8A0B}">
      <dgm:prSet/>
      <dgm:spPr/>
      <dgm:t>
        <a:bodyPr/>
        <a:lstStyle/>
        <a:p>
          <a:endParaRPr lang="fr-FR"/>
        </a:p>
      </dgm:t>
    </dgm:pt>
    <dgm:pt modelId="{3FBE46EF-803D-4581-9F27-E33DE1D1B5B2}">
      <dgm:prSet custT="1"/>
      <dgm:spPr/>
      <dgm:t>
        <a:bodyPr/>
        <a:lstStyle/>
        <a:p>
          <a:r>
            <a:rPr lang="fr-FR" sz="1800" dirty="0"/>
            <a:t>ID 158375127 → </a:t>
          </a:r>
          <a:r>
            <a:rPr lang="fr-FR" sz="1800" b="1" dirty="0"/>
            <a:t>229 courses</a:t>
          </a:r>
          <a:endParaRPr lang="fr-FR" sz="1800" dirty="0"/>
        </a:p>
      </dgm:t>
    </dgm:pt>
    <dgm:pt modelId="{F31835E4-C0A3-431E-BE16-8AC54A7C5F12}" type="parTrans" cxnId="{6DAE2623-6802-4020-95D2-E998ECAB79ED}">
      <dgm:prSet/>
      <dgm:spPr/>
      <dgm:t>
        <a:bodyPr/>
        <a:lstStyle/>
        <a:p>
          <a:endParaRPr lang="fr-FR"/>
        </a:p>
      </dgm:t>
    </dgm:pt>
    <dgm:pt modelId="{94515238-1444-46FF-BC07-0674F978773B}" type="sibTrans" cxnId="{6DAE2623-6802-4020-95D2-E998ECAB79ED}">
      <dgm:prSet/>
      <dgm:spPr/>
      <dgm:t>
        <a:bodyPr/>
        <a:lstStyle/>
        <a:p>
          <a:endParaRPr lang="fr-FR"/>
        </a:p>
      </dgm:t>
    </dgm:pt>
    <dgm:pt modelId="{F9D14D90-C0B1-476D-AA64-EDAB9E98C493}">
      <dgm:prSet custT="1"/>
      <dgm:spPr/>
      <dgm:t>
        <a:bodyPr/>
        <a:lstStyle/>
        <a:p>
          <a:r>
            <a:rPr lang="fr-FR" sz="1800" dirty="0"/>
            <a:t>Microsoft → </a:t>
          </a:r>
          <a:r>
            <a:rPr lang="fr-FR" sz="1800" b="1" dirty="0"/>
            <a:t>134 courses</a:t>
          </a:r>
          <a:endParaRPr lang="fr-FR" sz="1800" dirty="0"/>
        </a:p>
      </dgm:t>
    </dgm:pt>
    <dgm:pt modelId="{BBB63492-41D0-4F9A-BAE1-B94F39B28426}" type="parTrans" cxnId="{581AC45B-CDC8-4A67-85F4-867EF32970C1}">
      <dgm:prSet/>
      <dgm:spPr/>
      <dgm:t>
        <a:bodyPr/>
        <a:lstStyle/>
        <a:p>
          <a:endParaRPr lang="fr-FR"/>
        </a:p>
      </dgm:t>
    </dgm:pt>
    <dgm:pt modelId="{BFCB5397-037A-40D4-AFEB-A021E268A446}" type="sibTrans" cxnId="{581AC45B-CDC8-4A67-85F4-867EF32970C1}">
      <dgm:prSet/>
      <dgm:spPr/>
      <dgm:t>
        <a:bodyPr/>
        <a:lstStyle/>
        <a:p>
          <a:endParaRPr lang="fr-FR"/>
        </a:p>
      </dgm:t>
    </dgm:pt>
    <dgm:pt modelId="{8F4F5581-B1CF-4722-84E1-D1E931171510}">
      <dgm:prSet/>
      <dgm:spPr/>
      <dgm:t>
        <a:bodyPr/>
        <a:lstStyle/>
        <a:p>
          <a:r>
            <a:rPr lang="fr-FR" b="1" dirty="0"/>
            <a:t>Top </a:t>
          </a:r>
          <a:r>
            <a:rPr lang="fr-FR" b="1" dirty="0" err="1"/>
            <a:t>Categories</a:t>
          </a:r>
          <a:endParaRPr lang="fr-FR" dirty="0"/>
        </a:p>
      </dgm:t>
    </dgm:pt>
    <dgm:pt modelId="{9193A2A3-2509-45C8-AB88-BE74FDA10D29}" type="parTrans" cxnId="{647870B7-B33F-443F-8AD2-BF18FB217C05}">
      <dgm:prSet/>
      <dgm:spPr/>
      <dgm:t>
        <a:bodyPr/>
        <a:lstStyle/>
        <a:p>
          <a:endParaRPr lang="fr-FR"/>
        </a:p>
      </dgm:t>
    </dgm:pt>
    <dgm:pt modelId="{13EDD66D-7EA3-4FD4-9138-F308526F1651}" type="sibTrans" cxnId="{647870B7-B33F-443F-8AD2-BF18FB217C05}">
      <dgm:prSet/>
      <dgm:spPr/>
      <dgm:t>
        <a:bodyPr/>
        <a:lstStyle/>
        <a:p>
          <a:endParaRPr lang="fr-FR"/>
        </a:p>
      </dgm:t>
    </dgm:pt>
    <dgm:pt modelId="{1CAD54CB-E3D2-41F6-90AA-B4B7B965F072}">
      <dgm:prSet custT="1"/>
      <dgm:spPr/>
      <dgm:t>
        <a:bodyPr/>
        <a:lstStyle/>
        <a:p>
          <a:r>
            <a:rPr lang="fr-FR" sz="1800" dirty="0" err="1"/>
            <a:t>Health</a:t>
          </a:r>
          <a:r>
            <a:rPr lang="fr-FR" sz="1800" dirty="0"/>
            <a:t> → </a:t>
          </a:r>
          <a:r>
            <a:rPr lang="fr-FR" sz="1800" b="1" dirty="0"/>
            <a:t>774 courses</a:t>
          </a:r>
          <a:endParaRPr lang="fr-FR" sz="1800" dirty="0"/>
        </a:p>
      </dgm:t>
    </dgm:pt>
    <dgm:pt modelId="{C0445D33-D272-4E70-9878-9D0923ADF799}" type="parTrans" cxnId="{D78D5D48-D5B4-4C33-AE97-CCB6670E7A86}">
      <dgm:prSet/>
      <dgm:spPr/>
      <dgm:t>
        <a:bodyPr/>
        <a:lstStyle/>
        <a:p>
          <a:endParaRPr lang="fr-FR"/>
        </a:p>
      </dgm:t>
    </dgm:pt>
    <dgm:pt modelId="{EE3CA638-4B97-4FAC-B0C7-5D4AA90B065E}" type="sibTrans" cxnId="{D78D5D48-D5B4-4C33-AE97-CCB6670E7A86}">
      <dgm:prSet/>
      <dgm:spPr/>
      <dgm:t>
        <a:bodyPr/>
        <a:lstStyle/>
        <a:p>
          <a:endParaRPr lang="fr-FR"/>
        </a:p>
      </dgm:t>
    </dgm:pt>
    <dgm:pt modelId="{C1ED2C1F-3773-44FA-8572-013A79251E85}">
      <dgm:prSet custT="1"/>
      <dgm:spPr/>
      <dgm:t>
        <a:bodyPr/>
        <a:lstStyle/>
        <a:p>
          <a:r>
            <a:rPr lang="fr-FR" sz="1800" dirty="0"/>
            <a:t>Physical Science &amp; Engineering → </a:t>
          </a:r>
          <a:r>
            <a:rPr lang="fr-FR" sz="1800" b="1" dirty="0"/>
            <a:t>746 courses</a:t>
          </a:r>
          <a:endParaRPr lang="fr-FR" sz="1800" dirty="0"/>
        </a:p>
      </dgm:t>
    </dgm:pt>
    <dgm:pt modelId="{66CFFCA6-36C5-46B2-82D7-9156AF32A88B}" type="parTrans" cxnId="{13C62770-06A4-4833-88DD-3235E3D55DB5}">
      <dgm:prSet/>
      <dgm:spPr/>
      <dgm:t>
        <a:bodyPr/>
        <a:lstStyle/>
        <a:p>
          <a:endParaRPr lang="fr-FR"/>
        </a:p>
      </dgm:t>
    </dgm:pt>
    <dgm:pt modelId="{CF0DA163-7692-4FA7-928C-6360B866FAAB}" type="sibTrans" cxnId="{13C62770-06A4-4833-88DD-3235E3D55DB5}">
      <dgm:prSet/>
      <dgm:spPr/>
      <dgm:t>
        <a:bodyPr/>
        <a:lstStyle/>
        <a:p>
          <a:endParaRPr lang="fr-FR"/>
        </a:p>
      </dgm:t>
    </dgm:pt>
    <dgm:pt modelId="{634EBF3A-733E-4BF5-A205-E594ED9C99E9}">
      <dgm:prSet custT="1"/>
      <dgm:spPr/>
      <dgm:t>
        <a:bodyPr/>
        <a:lstStyle/>
        <a:p>
          <a:r>
            <a:rPr lang="fr-FR" sz="1800" dirty="0"/>
            <a:t>Data Science → </a:t>
          </a:r>
          <a:r>
            <a:rPr lang="fr-FR" sz="1800" b="1" dirty="0"/>
            <a:t>660 courses</a:t>
          </a:r>
          <a:endParaRPr lang="fr-FR" sz="1800" dirty="0"/>
        </a:p>
      </dgm:t>
    </dgm:pt>
    <dgm:pt modelId="{BC79E059-72AB-42DB-9D18-43F1FDB2BCAB}" type="parTrans" cxnId="{ECC0C967-9D41-4128-93F8-3DF203A4E1E8}">
      <dgm:prSet/>
      <dgm:spPr/>
      <dgm:t>
        <a:bodyPr/>
        <a:lstStyle/>
        <a:p>
          <a:endParaRPr lang="fr-FR"/>
        </a:p>
      </dgm:t>
    </dgm:pt>
    <dgm:pt modelId="{6DFEB42F-474F-4A82-B06A-BEFD05434BEB}" type="sibTrans" cxnId="{ECC0C967-9D41-4128-93F8-3DF203A4E1E8}">
      <dgm:prSet/>
      <dgm:spPr/>
      <dgm:t>
        <a:bodyPr/>
        <a:lstStyle/>
        <a:p>
          <a:endParaRPr lang="fr-FR"/>
        </a:p>
      </dgm:t>
    </dgm:pt>
    <dgm:pt modelId="{8361EB6A-21FD-46FF-95FD-38A5D372DCBB}" type="pres">
      <dgm:prSet presAssocID="{F6CC61F1-3E24-4439-9616-62A11561968B}" presName="Name0" presStyleCnt="0">
        <dgm:presLayoutVars>
          <dgm:dir/>
          <dgm:animLvl val="lvl"/>
          <dgm:resizeHandles val="exact"/>
        </dgm:presLayoutVars>
      </dgm:prSet>
      <dgm:spPr/>
    </dgm:pt>
    <dgm:pt modelId="{550C7CFE-0BC3-4E27-A499-20F463D4D40C}" type="pres">
      <dgm:prSet presAssocID="{6FC83831-9E05-4A91-8E34-0A47709D0BE8}" presName="linNode" presStyleCnt="0"/>
      <dgm:spPr/>
    </dgm:pt>
    <dgm:pt modelId="{E5F60FCA-2ACB-4E86-8A51-1ECBF04B3060}" type="pres">
      <dgm:prSet presAssocID="{6FC83831-9E05-4A91-8E34-0A47709D0BE8}" presName="parentText" presStyleLbl="node1" presStyleIdx="0" presStyleCnt="4">
        <dgm:presLayoutVars>
          <dgm:chMax val="1"/>
          <dgm:bulletEnabled val="1"/>
        </dgm:presLayoutVars>
      </dgm:prSet>
      <dgm:spPr/>
    </dgm:pt>
    <dgm:pt modelId="{D7641482-DED0-4FB4-9ED8-97B75E5243E7}" type="pres">
      <dgm:prSet presAssocID="{6FC83831-9E05-4A91-8E34-0A47709D0BE8}" presName="descendantText" presStyleLbl="alignAccFollowNode1" presStyleIdx="0" presStyleCnt="4">
        <dgm:presLayoutVars>
          <dgm:bulletEnabled val="1"/>
        </dgm:presLayoutVars>
      </dgm:prSet>
      <dgm:spPr/>
    </dgm:pt>
    <dgm:pt modelId="{9C9FECDE-7402-4419-9E52-AE9F75E4C23E}" type="pres">
      <dgm:prSet presAssocID="{24F8E6A8-2B17-4C5B-8C5B-16976DF5F5E3}" presName="sp" presStyleCnt="0"/>
      <dgm:spPr/>
    </dgm:pt>
    <dgm:pt modelId="{D20ECCDE-471A-484C-9C0C-53BEEB687DB3}" type="pres">
      <dgm:prSet presAssocID="{29AFA7B4-C0D6-472B-9AE4-107B3C82EEDB}" presName="linNode" presStyleCnt="0"/>
      <dgm:spPr/>
    </dgm:pt>
    <dgm:pt modelId="{420E2646-B6E0-477B-95A9-06287373DD8C}" type="pres">
      <dgm:prSet presAssocID="{29AFA7B4-C0D6-472B-9AE4-107B3C82EEDB}" presName="parentText" presStyleLbl="node1" presStyleIdx="1" presStyleCnt="4">
        <dgm:presLayoutVars>
          <dgm:chMax val="1"/>
          <dgm:bulletEnabled val="1"/>
        </dgm:presLayoutVars>
      </dgm:prSet>
      <dgm:spPr/>
    </dgm:pt>
    <dgm:pt modelId="{14448EF4-EC11-4073-9D9A-33E46A8FC1A3}" type="pres">
      <dgm:prSet presAssocID="{29AFA7B4-C0D6-472B-9AE4-107B3C82EEDB}" presName="descendantText" presStyleLbl="alignAccFollowNode1" presStyleIdx="1" presStyleCnt="4">
        <dgm:presLayoutVars>
          <dgm:bulletEnabled val="1"/>
        </dgm:presLayoutVars>
      </dgm:prSet>
      <dgm:spPr/>
    </dgm:pt>
    <dgm:pt modelId="{B9FF8360-2728-46E2-9023-76ECF036F7E7}" type="pres">
      <dgm:prSet presAssocID="{B0C75D57-9C9C-42FD-8F2A-23F00A8875B8}" presName="sp" presStyleCnt="0"/>
      <dgm:spPr/>
    </dgm:pt>
    <dgm:pt modelId="{02204DDF-9848-42E6-B1FC-AED957B9280A}" type="pres">
      <dgm:prSet presAssocID="{E9B64231-5A6B-4251-AD87-8D221295571C}" presName="linNode" presStyleCnt="0"/>
      <dgm:spPr/>
    </dgm:pt>
    <dgm:pt modelId="{9E085A08-4388-4712-A7B6-9A12BF30D505}" type="pres">
      <dgm:prSet presAssocID="{E9B64231-5A6B-4251-AD87-8D221295571C}" presName="parentText" presStyleLbl="node1" presStyleIdx="2" presStyleCnt="4">
        <dgm:presLayoutVars>
          <dgm:chMax val="1"/>
          <dgm:bulletEnabled val="1"/>
        </dgm:presLayoutVars>
      </dgm:prSet>
      <dgm:spPr/>
    </dgm:pt>
    <dgm:pt modelId="{DD93083B-8272-413A-AEB8-1DE4DAA13179}" type="pres">
      <dgm:prSet presAssocID="{E9B64231-5A6B-4251-AD87-8D221295571C}" presName="descendantText" presStyleLbl="alignAccFollowNode1" presStyleIdx="2" presStyleCnt="4">
        <dgm:presLayoutVars>
          <dgm:bulletEnabled val="1"/>
        </dgm:presLayoutVars>
      </dgm:prSet>
      <dgm:spPr/>
    </dgm:pt>
    <dgm:pt modelId="{75A5F1C0-D385-45E0-AFE3-BB90D180C718}" type="pres">
      <dgm:prSet presAssocID="{AC63F91E-199B-41F4-9109-C841702DD1DE}" presName="sp" presStyleCnt="0"/>
      <dgm:spPr/>
    </dgm:pt>
    <dgm:pt modelId="{4229E0ED-3850-43CE-89FA-6A705BCDD215}" type="pres">
      <dgm:prSet presAssocID="{8F4F5581-B1CF-4722-84E1-D1E931171510}" presName="linNode" presStyleCnt="0"/>
      <dgm:spPr/>
    </dgm:pt>
    <dgm:pt modelId="{F3145608-55BB-4AED-9792-4C90DA80436F}" type="pres">
      <dgm:prSet presAssocID="{8F4F5581-B1CF-4722-84E1-D1E931171510}" presName="parentText" presStyleLbl="node1" presStyleIdx="3" presStyleCnt="4">
        <dgm:presLayoutVars>
          <dgm:chMax val="1"/>
          <dgm:bulletEnabled val="1"/>
        </dgm:presLayoutVars>
      </dgm:prSet>
      <dgm:spPr/>
    </dgm:pt>
    <dgm:pt modelId="{1A720663-B66F-414F-80A7-9735E482BA0E}" type="pres">
      <dgm:prSet presAssocID="{8F4F5581-B1CF-4722-84E1-D1E931171510}" presName="descendantText" presStyleLbl="alignAccFollowNode1" presStyleIdx="3" presStyleCnt="4">
        <dgm:presLayoutVars>
          <dgm:bulletEnabled val="1"/>
        </dgm:presLayoutVars>
      </dgm:prSet>
      <dgm:spPr/>
    </dgm:pt>
  </dgm:ptLst>
  <dgm:cxnLst>
    <dgm:cxn modelId="{594C7806-D071-407F-90F5-EEAD90506B3B}" type="presOf" srcId="{8F4F5581-B1CF-4722-84E1-D1E931171510}" destId="{F3145608-55BB-4AED-9792-4C90DA80436F}" srcOrd="0" destOrd="0" presId="urn:microsoft.com/office/officeart/2005/8/layout/vList5"/>
    <dgm:cxn modelId="{8DF1A309-1BF7-4EC1-A0B6-3F523810AA92}" type="presOf" srcId="{29AFA7B4-C0D6-472B-9AE4-107B3C82EEDB}" destId="{420E2646-B6E0-477B-95A9-06287373DD8C}" srcOrd="0" destOrd="0" presId="urn:microsoft.com/office/officeart/2005/8/layout/vList5"/>
    <dgm:cxn modelId="{974F340F-8B9F-485D-B5ED-AEE4BB4DCB6C}" srcId="{6FC83831-9E05-4A91-8E34-0A47709D0BE8}" destId="{0DC0A299-4687-4636-A4F9-776FFA37F8F4}" srcOrd="0" destOrd="0" parTransId="{ED598C25-E92B-4943-A613-7E88DE0689C6}" sibTransId="{1E9623F5-EDEE-47B9-9C18-17C5A307DC24}"/>
    <dgm:cxn modelId="{ADA81814-6B96-4E74-A853-E6796280D27C}" srcId="{F6CC61F1-3E24-4439-9616-62A11561968B}" destId="{6FC83831-9E05-4A91-8E34-0A47709D0BE8}" srcOrd="0" destOrd="0" parTransId="{E31DB1F3-B34F-4EC3-8E48-4C063310AFB4}" sibTransId="{24F8E6A8-2B17-4C5B-8C5B-16976DF5F5E3}"/>
    <dgm:cxn modelId="{05A37E14-72A3-4FB9-88BB-92199A97FBB4}" type="presOf" srcId="{3FBE46EF-803D-4581-9F27-E33DE1D1B5B2}" destId="{DD93083B-8272-413A-AEB8-1DE4DAA13179}" srcOrd="0" destOrd="0" presId="urn:microsoft.com/office/officeart/2005/8/layout/vList5"/>
    <dgm:cxn modelId="{5C996E17-5EE8-4CF5-941E-07608A81A54C}" type="presOf" srcId="{0DC0A299-4687-4636-A4F9-776FFA37F8F4}" destId="{D7641482-DED0-4FB4-9ED8-97B75E5243E7}" srcOrd="0" destOrd="0" presId="urn:microsoft.com/office/officeart/2005/8/layout/vList5"/>
    <dgm:cxn modelId="{ED60D41E-01D0-437A-85B3-907A4515E9E2}" type="presOf" srcId="{F9D14D90-C0B1-476D-AA64-EDAB9E98C493}" destId="{DD93083B-8272-413A-AEB8-1DE4DAA13179}" srcOrd="0" destOrd="1" presId="urn:microsoft.com/office/officeart/2005/8/layout/vList5"/>
    <dgm:cxn modelId="{6DAE2623-6802-4020-95D2-E998ECAB79ED}" srcId="{E9B64231-5A6B-4251-AD87-8D221295571C}" destId="{3FBE46EF-803D-4581-9F27-E33DE1D1B5B2}" srcOrd="0" destOrd="0" parTransId="{F31835E4-C0A3-431E-BE16-8AC54A7C5F12}" sibTransId="{94515238-1444-46FF-BC07-0674F978773B}"/>
    <dgm:cxn modelId="{F33FFB26-A9E6-4E4D-99B0-304A532E5DC2}" type="presOf" srcId="{634EBF3A-733E-4BF5-A205-E594ED9C99E9}" destId="{1A720663-B66F-414F-80A7-9735E482BA0E}" srcOrd="0" destOrd="2" presId="urn:microsoft.com/office/officeart/2005/8/layout/vList5"/>
    <dgm:cxn modelId="{D04B1433-4DC6-4A72-9A0F-F66D20FE7DD1}" type="presOf" srcId="{1CAD54CB-E3D2-41F6-90AA-B4B7B965F072}" destId="{1A720663-B66F-414F-80A7-9735E482BA0E}" srcOrd="0" destOrd="0" presId="urn:microsoft.com/office/officeart/2005/8/layout/vList5"/>
    <dgm:cxn modelId="{1F3BAD3A-D312-4E17-9C02-392ACF15F121}" type="presOf" srcId="{9BF8EC9C-512B-44EA-B52B-74C3907C5A72}" destId="{14448EF4-EC11-4073-9D9A-33E46A8FC1A3}" srcOrd="0" destOrd="1" presId="urn:microsoft.com/office/officeart/2005/8/layout/vList5"/>
    <dgm:cxn modelId="{581AC45B-CDC8-4A67-85F4-867EF32970C1}" srcId="{E9B64231-5A6B-4251-AD87-8D221295571C}" destId="{F9D14D90-C0B1-476D-AA64-EDAB9E98C493}" srcOrd="1" destOrd="0" parTransId="{BBB63492-41D0-4F9A-BAE1-B94F39B28426}" sibTransId="{BFCB5397-037A-40D4-AFEB-A021E268A446}"/>
    <dgm:cxn modelId="{D5EE9B5C-F510-4059-B546-F4E36970A62F}" type="presOf" srcId="{B48D93B2-E332-4D45-9A79-DA523D73578F}" destId="{14448EF4-EC11-4073-9D9A-33E46A8FC1A3}" srcOrd="0" destOrd="2" presId="urn:microsoft.com/office/officeart/2005/8/layout/vList5"/>
    <dgm:cxn modelId="{E28DD763-802F-4533-94C4-09F2254A10D3}" type="presOf" srcId="{F6CC61F1-3E24-4439-9616-62A11561968B}" destId="{8361EB6A-21FD-46FF-95FD-38A5D372DCBB}" srcOrd="0" destOrd="0" presId="urn:microsoft.com/office/officeart/2005/8/layout/vList5"/>
    <dgm:cxn modelId="{9977D066-9B6E-43D3-B906-B4B0EC823C82}" srcId="{29AFA7B4-C0D6-472B-9AE4-107B3C82EEDB}" destId="{9BF8EC9C-512B-44EA-B52B-74C3907C5A72}" srcOrd="1" destOrd="0" parTransId="{8F5D7671-6291-4722-B44C-980E7BBD5441}" sibTransId="{6ACB1D49-3FA7-4032-9A82-F824AE585A83}"/>
    <dgm:cxn modelId="{ECC0C967-9D41-4128-93F8-3DF203A4E1E8}" srcId="{8F4F5581-B1CF-4722-84E1-D1E931171510}" destId="{634EBF3A-733E-4BF5-A205-E594ED9C99E9}" srcOrd="2" destOrd="0" parTransId="{BC79E059-72AB-42DB-9D18-43F1FDB2BCAB}" sibTransId="{6DFEB42F-474F-4A82-B06A-BEFD05434BEB}"/>
    <dgm:cxn modelId="{D78D5D48-D5B4-4C33-AE97-CCB6670E7A86}" srcId="{8F4F5581-B1CF-4722-84E1-D1E931171510}" destId="{1CAD54CB-E3D2-41F6-90AA-B4B7B965F072}" srcOrd="0" destOrd="0" parTransId="{C0445D33-D272-4E70-9878-9D0923ADF799}" sibTransId="{EE3CA638-4B97-4FAC-B0C7-5D4AA90B065E}"/>
    <dgm:cxn modelId="{9F613E6D-3B47-4A14-BFDB-27AF966E4428}" srcId="{29AFA7B4-C0D6-472B-9AE4-107B3C82EEDB}" destId="{B48D93B2-E332-4D45-9A79-DA523D73578F}" srcOrd="2" destOrd="0" parTransId="{9552C01E-5F33-4220-BC38-2440DF19A839}" sibTransId="{75650B7E-867D-47E8-B89B-4E02A46DA594}"/>
    <dgm:cxn modelId="{13C62770-06A4-4833-88DD-3235E3D55DB5}" srcId="{8F4F5581-B1CF-4722-84E1-D1E931171510}" destId="{C1ED2C1F-3773-44FA-8572-013A79251E85}" srcOrd="1" destOrd="0" parTransId="{66CFFCA6-36C5-46B2-82D7-9156AF32A88B}" sibTransId="{CF0DA163-7692-4FA7-928C-6360B866FAAB}"/>
    <dgm:cxn modelId="{886D2E70-4C5F-41D5-AE40-301E34AE8A0B}" srcId="{F6CC61F1-3E24-4439-9616-62A11561968B}" destId="{E9B64231-5A6B-4251-AD87-8D221295571C}" srcOrd="2" destOrd="0" parTransId="{CAEA1116-F329-4E38-B9D0-16D45D8C68CC}" sibTransId="{AC63F91E-199B-41F4-9109-C841702DD1DE}"/>
    <dgm:cxn modelId="{6D9E6182-F5D0-4353-87A2-4DB6BEF086B2}" srcId="{F6CC61F1-3E24-4439-9616-62A11561968B}" destId="{29AFA7B4-C0D6-472B-9AE4-107B3C82EEDB}" srcOrd="1" destOrd="0" parTransId="{12628FB0-2243-44F4-B64E-1EA684DB4560}" sibTransId="{B0C75D57-9C9C-42FD-8F2A-23F00A8875B8}"/>
    <dgm:cxn modelId="{A3E8F997-16CB-4ACB-92BC-21702DB3CDB3}" type="presOf" srcId="{E9B64231-5A6B-4251-AD87-8D221295571C}" destId="{9E085A08-4388-4712-A7B6-9A12BF30D505}" srcOrd="0" destOrd="0" presId="urn:microsoft.com/office/officeart/2005/8/layout/vList5"/>
    <dgm:cxn modelId="{647870B7-B33F-443F-8AD2-BF18FB217C05}" srcId="{F6CC61F1-3E24-4439-9616-62A11561968B}" destId="{8F4F5581-B1CF-4722-84E1-D1E931171510}" srcOrd="3" destOrd="0" parTransId="{9193A2A3-2509-45C8-AB88-BE74FDA10D29}" sibTransId="{13EDD66D-7EA3-4FD4-9138-F308526F1651}"/>
    <dgm:cxn modelId="{4D8175C1-BEBD-4FAB-BF12-9F8B423D9EE1}" srcId="{29AFA7B4-C0D6-472B-9AE4-107B3C82EEDB}" destId="{81885021-9095-4DBC-BCC0-DFB7EB21A181}" srcOrd="0" destOrd="0" parTransId="{503F340D-A580-4C09-8783-43FE01E0B4FC}" sibTransId="{746A092B-1F9A-4D8E-9C71-216478F2C3AA}"/>
    <dgm:cxn modelId="{B9A2C0EA-0362-4E9C-956A-FF749FE56455}" type="presOf" srcId="{1CE2B7BC-C853-41DA-A700-97853CE964ED}" destId="{D7641482-DED0-4FB4-9ED8-97B75E5243E7}" srcOrd="0" destOrd="1" presId="urn:microsoft.com/office/officeart/2005/8/layout/vList5"/>
    <dgm:cxn modelId="{751561EB-5385-4E79-AC4E-7E8D32DC41C7}" type="presOf" srcId="{C1ED2C1F-3773-44FA-8572-013A79251E85}" destId="{1A720663-B66F-414F-80A7-9735E482BA0E}" srcOrd="0" destOrd="1" presId="urn:microsoft.com/office/officeart/2005/8/layout/vList5"/>
    <dgm:cxn modelId="{F1D976EF-F6C3-449C-A0E7-5EC72CAA0A9E}" srcId="{6FC83831-9E05-4A91-8E34-0A47709D0BE8}" destId="{1CE2B7BC-C853-41DA-A700-97853CE964ED}" srcOrd="1" destOrd="0" parTransId="{79B3F218-F083-4E7E-BFC8-2F9ECC9157B4}" sibTransId="{350CE1BA-BF78-4A1D-9D4F-CF7BE3652217}"/>
    <dgm:cxn modelId="{E19B54F6-AB94-4B3D-ABFA-6E7364BA8589}" type="presOf" srcId="{6FC83831-9E05-4A91-8E34-0A47709D0BE8}" destId="{E5F60FCA-2ACB-4E86-8A51-1ECBF04B3060}" srcOrd="0" destOrd="0" presId="urn:microsoft.com/office/officeart/2005/8/layout/vList5"/>
    <dgm:cxn modelId="{77CABBF9-2E5F-482A-8486-12BE61EEED60}" type="presOf" srcId="{81885021-9095-4DBC-BCC0-DFB7EB21A181}" destId="{14448EF4-EC11-4073-9D9A-33E46A8FC1A3}" srcOrd="0" destOrd="0" presId="urn:microsoft.com/office/officeart/2005/8/layout/vList5"/>
    <dgm:cxn modelId="{4536AA03-E3C2-4926-9B2F-473061BC99A6}" type="presParOf" srcId="{8361EB6A-21FD-46FF-95FD-38A5D372DCBB}" destId="{550C7CFE-0BC3-4E27-A499-20F463D4D40C}" srcOrd="0" destOrd="0" presId="urn:microsoft.com/office/officeart/2005/8/layout/vList5"/>
    <dgm:cxn modelId="{74FCE4A7-6DF1-4830-BE65-B5F04B7803D9}" type="presParOf" srcId="{550C7CFE-0BC3-4E27-A499-20F463D4D40C}" destId="{E5F60FCA-2ACB-4E86-8A51-1ECBF04B3060}" srcOrd="0" destOrd="0" presId="urn:microsoft.com/office/officeart/2005/8/layout/vList5"/>
    <dgm:cxn modelId="{EDC0ACBE-EA3B-4303-B570-2E951ABD666F}" type="presParOf" srcId="{550C7CFE-0BC3-4E27-A499-20F463D4D40C}" destId="{D7641482-DED0-4FB4-9ED8-97B75E5243E7}" srcOrd="1" destOrd="0" presId="urn:microsoft.com/office/officeart/2005/8/layout/vList5"/>
    <dgm:cxn modelId="{19D40FE6-6963-4CDB-8745-E24625BB38E4}" type="presParOf" srcId="{8361EB6A-21FD-46FF-95FD-38A5D372DCBB}" destId="{9C9FECDE-7402-4419-9E52-AE9F75E4C23E}" srcOrd="1" destOrd="0" presId="urn:microsoft.com/office/officeart/2005/8/layout/vList5"/>
    <dgm:cxn modelId="{D100630F-7D2A-4A8A-AA56-3B7C39AD5869}" type="presParOf" srcId="{8361EB6A-21FD-46FF-95FD-38A5D372DCBB}" destId="{D20ECCDE-471A-484C-9C0C-53BEEB687DB3}" srcOrd="2" destOrd="0" presId="urn:microsoft.com/office/officeart/2005/8/layout/vList5"/>
    <dgm:cxn modelId="{EB494A07-1FD7-4C85-B483-A46FA5E081AA}" type="presParOf" srcId="{D20ECCDE-471A-484C-9C0C-53BEEB687DB3}" destId="{420E2646-B6E0-477B-95A9-06287373DD8C}" srcOrd="0" destOrd="0" presId="urn:microsoft.com/office/officeart/2005/8/layout/vList5"/>
    <dgm:cxn modelId="{3CAF13E4-4652-4DF9-A29F-63B76EC7D63C}" type="presParOf" srcId="{D20ECCDE-471A-484C-9C0C-53BEEB687DB3}" destId="{14448EF4-EC11-4073-9D9A-33E46A8FC1A3}" srcOrd="1" destOrd="0" presId="urn:microsoft.com/office/officeart/2005/8/layout/vList5"/>
    <dgm:cxn modelId="{93E081F5-161A-41B3-838E-7CF891A87A26}" type="presParOf" srcId="{8361EB6A-21FD-46FF-95FD-38A5D372DCBB}" destId="{B9FF8360-2728-46E2-9023-76ECF036F7E7}" srcOrd="3" destOrd="0" presId="urn:microsoft.com/office/officeart/2005/8/layout/vList5"/>
    <dgm:cxn modelId="{325D9734-9EF8-4CA3-A57E-7F5F93FF8995}" type="presParOf" srcId="{8361EB6A-21FD-46FF-95FD-38A5D372DCBB}" destId="{02204DDF-9848-42E6-B1FC-AED957B9280A}" srcOrd="4" destOrd="0" presId="urn:microsoft.com/office/officeart/2005/8/layout/vList5"/>
    <dgm:cxn modelId="{81D8E966-8DE1-4544-8A7E-4A8CEAA14D6D}" type="presParOf" srcId="{02204DDF-9848-42E6-B1FC-AED957B9280A}" destId="{9E085A08-4388-4712-A7B6-9A12BF30D505}" srcOrd="0" destOrd="0" presId="urn:microsoft.com/office/officeart/2005/8/layout/vList5"/>
    <dgm:cxn modelId="{302853F3-D7A0-4C62-958A-3EE3B3459B1D}" type="presParOf" srcId="{02204DDF-9848-42E6-B1FC-AED957B9280A}" destId="{DD93083B-8272-413A-AEB8-1DE4DAA13179}" srcOrd="1" destOrd="0" presId="urn:microsoft.com/office/officeart/2005/8/layout/vList5"/>
    <dgm:cxn modelId="{8782A2E3-C578-45BA-AF21-E9465CBD5E1D}" type="presParOf" srcId="{8361EB6A-21FD-46FF-95FD-38A5D372DCBB}" destId="{75A5F1C0-D385-45E0-AFE3-BB90D180C718}" srcOrd="5" destOrd="0" presId="urn:microsoft.com/office/officeart/2005/8/layout/vList5"/>
    <dgm:cxn modelId="{DD41AE62-C2BA-47BD-8035-0D4910C44752}" type="presParOf" srcId="{8361EB6A-21FD-46FF-95FD-38A5D372DCBB}" destId="{4229E0ED-3850-43CE-89FA-6A705BCDD215}" srcOrd="6" destOrd="0" presId="urn:microsoft.com/office/officeart/2005/8/layout/vList5"/>
    <dgm:cxn modelId="{10456C17-66F1-41D4-ABA0-92DCF1F443DB}" type="presParOf" srcId="{4229E0ED-3850-43CE-89FA-6A705BCDD215}" destId="{F3145608-55BB-4AED-9792-4C90DA80436F}" srcOrd="0" destOrd="0" presId="urn:microsoft.com/office/officeart/2005/8/layout/vList5"/>
    <dgm:cxn modelId="{13B2CA59-B379-4B76-99D2-922B9FF13042}" type="presParOf" srcId="{4229E0ED-3850-43CE-89FA-6A705BCDD215}" destId="{1A720663-B66F-414F-80A7-9735E482BA0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BD947A-D871-4054-9219-2AC068BC26BB}" type="doc">
      <dgm:prSet loTypeId="urn:microsoft.com/office/officeart/2005/8/layout/hierarchy3" loCatId="list" qsTypeId="urn:microsoft.com/office/officeart/2005/8/quickstyle/simple1" qsCatId="simple" csTypeId="urn:microsoft.com/office/officeart/2005/8/colors/colorful5" csCatId="colorful"/>
      <dgm:spPr/>
      <dgm:t>
        <a:bodyPr/>
        <a:lstStyle/>
        <a:p>
          <a:endParaRPr lang="fr-FR"/>
        </a:p>
      </dgm:t>
    </dgm:pt>
    <dgm:pt modelId="{6B31A230-AA15-438D-B1D9-20B54FC97822}">
      <dgm:prSet custT="1"/>
      <dgm:spPr/>
      <dgm:t>
        <a:bodyPr/>
        <a:lstStyle/>
        <a:p>
          <a:r>
            <a:rPr lang="en-US" sz="2400" b="1" dirty="0"/>
            <a:t>Main KPI</a:t>
          </a:r>
          <a:endParaRPr lang="fr-FR" sz="2400" dirty="0"/>
        </a:p>
      </dgm:t>
    </dgm:pt>
    <dgm:pt modelId="{AA050C9F-1802-4910-82DA-9D65A9754639}" type="parTrans" cxnId="{62035531-C37B-4D4B-B124-72CC6483ECAE}">
      <dgm:prSet/>
      <dgm:spPr/>
      <dgm:t>
        <a:bodyPr/>
        <a:lstStyle/>
        <a:p>
          <a:endParaRPr lang="fr-FR"/>
        </a:p>
      </dgm:t>
    </dgm:pt>
    <dgm:pt modelId="{56C6397D-5F7D-4700-B009-8AAB40DE4740}" type="sibTrans" cxnId="{62035531-C37B-4D4B-B124-72CC6483ECAE}">
      <dgm:prSet/>
      <dgm:spPr/>
      <dgm:t>
        <a:bodyPr/>
        <a:lstStyle/>
        <a:p>
          <a:endParaRPr lang="fr-FR"/>
        </a:p>
      </dgm:t>
    </dgm:pt>
    <dgm:pt modelId="{AEE5359A-7B73-498A-A678-C77229E52EC1}">
      <dgm:prSet custT="1"/>
      <dgm:spPr/>
      <dgm:t>
        <a:bodyPr/>
        <a:lstStyle/>
        <a:p>
          <a:r>
            <a:rPr lang="en-US" sz="1800" dirty="0"/>
            <a:t>Total Instructors:  </a:t>
          </a:r>
          <a:r>
            <a:rPr lang="en-US" sz="2000" b="1" dirty="0"/>
            <a:t>4033</a:t>
          </a:r>
          <a:endParaRPr lang="fr-FR" sz="2000" b="1" dirty="0"/>
        </a:p>
      </dgm:t>
    </dgm:pt>
    <dgm:pt modelId="{5225EF38-63DA-4A3D-B46F-9881AEA6FBD8}" type="parTrans" cxnId="{5EE216B7-D6C4-4D69-8111-45BCED13FE09}">
      <dgm:prSet/>
      <dgm:spPr/>
      <dgm:t>
        <a:bodyPr/>
        <a:lstStyle/>
        <a:p>
          <a:endParaRPr lang="fr-FR"/>
        </a:p>
      </dgm:t>
    </dgm:pt>
    <dgm:pt modelId="{F373D36C-61E6-401B-B706-D2D031864139}" type="sibTrans" cxnId="{5EE216B7-D6C4-4D69-8111-45BCED13FE09}">
      <dgm:prSet/>
      <dgm:spPr/>
      <dgm:t>
        <a:bodyPr/>
        <a:lstStyle/>
        <a:p>
          <a:endParaRPr lang="fr-FR"/>
        </a:p>
      </dgm:t>
    </dgm:pt>
    <dgm:pt modelId="{72B1439D-9544-4CD3-9EFE-B5C3DB2365EF}">
      <dgm:prSet custT="1"/>
      <dgm:spPr/>
      <dgm:t>
        <a:bodyPr/>
        <a:lstStyle/>
        <a:p>
          <a:r>
            <a:rPr lang="en-US" sz="2400" b="1" dirty="0"/>
            <a:t>Top Categories by Number of Instructors</a:t>
          </a:r>
          <a:endParaRPr lang="fr-FR" sz="2400" dirty="0"/>
        </a:p>
      </dgm:t>
    </dgm:pt>
    <dgm:pt modelId="{78765522-7ACB-4FF6-B784-D27572F8A2AA}" type="parTrans" cxnId="{8B13234D-3331-4349-A9F6-1E7F8F62631E}">
      <dgm:prSet/>
      <dgm:spPr/>
      <dgm:t>
        <a:bodyPr/>
        <a:lstStyle/>
        <a:p>
          <a:endParaRPr lang="fr-FR"/>
        </a:p>
      </dgm:t>
    </dgm:pt>
    <dgm:pt modelId="{A358962D-39BE-4EFB-A13D-53A72D67B776}" type="sibTrans" cxnId="{8B13234D-3331-4349-A9F6-1E7F8F62631E}">
      <dgm:prSet/>
      <dgm:spPr/>
      <dgm:t>
        <a:bodyPr/>
        <a:lstStyle/>
        <a:p>
          <a:endParaRPr lang="fr-FR"/>
        </a:p>
      </dgm:t>
    </dgm:pt>
    <dgm:pt modelId="{E77B9C2F-43FD-4BF5-9FC2-160F61FD6F18}">
      <dgm:prSet custT="1"/>
      <dgm:spPr/>
      <dgm:t>
        <a:bodyPr/>
        <a:lstStyle/>
        <a:p>
          <a:r>
            <a:rPr lang="en-US" sz="2000" dirty="0"/>
            <a:t>Health → </a:t>
          </a:r>
          <a:r>
            <a:rPr lang="en-US" sz="2000" b="1" dirty="0"/>
            <a:t>880 instructors</a:t>
          </a:r>
          <a:endParaRPr lang="fr-FR" sz="2000" dirty="0"/>
        </a:p>
      </dgm:t>
    </dgm:pt>
    <dgm:pt modelId="{09F6DDF7-9E85-459E-B7FA-219C39EFDE47}" type="parTrans" cxnId="{89D7A273-15AA-4462-9ED1-E45B20A833D6}">
      <dgm:prSet/>
      <dgm:spPr/>
      <dgm:t>
        <a:bodyPr/>
        <a:lstStyle/>
        <a:p>
          <a:endParaRPr lang="fr-FR"/>
        </a:p>
      </dgm:t>
    </dgm:pt>
    <dgm:pt modelId="{A7CEDDD5-B09A-43A1-8713-1D2470EB0A12}" type="sibTrans" cxnId="{89D7A273-15AA-4462-9ED1-E45B20A833D6}">
      <dgm:prSet/>
      <dgm:spPr/>
      <dgm:t>
        <a:bodyPr/>
        <a:lstStyle/>
        <a:p>
          <a:endParaRPr lang="fr-FR"/>
        </a:p>
      </dgm:t>
    </dgm:pt>
    <dgm:pt modelId="{F98708D8-6E77-4EB7-B221-F093D6020773}">
      <dgm:prSet custT="1"/>
      <dgm:spPr/>
      <dgm:t>
        <a:bodyPr/>
        <a:lstStyle/>
        <a:p>
          <a:r>
            <a:rPr lang="en-US" sz="2000" dirty="0"/>
            <a:t>Social Sciences → </a:t>
          </a:r>
          <a:r>
            <a:rPr lang="en-US" sz="2000" b="1" dirty="0"/>
            <a:t>758 instructors</a:t>
          </a:r>
          <a:endParaRPr lang="fr-FR" sz="2000" dirty="0"/>
        </a:p>
      </dgm:t>
    </dgm:pt>
    <dgm:pt modelId="{B7242E3D-6DB7-4BD0-A926-BE799178E741}" type="parTrans" cxnId="{9DA2D754-9403-4B78-B8F8-7D9499A07065}">
      <dgm:prSet/>
      <dgm:spPr/>
      <dgm:t>
        <a:bodyPr/>
        <a:lstStyle/>
        <a:p>
          <a:endParaRPr lang="fr-FR"/>
        </a:p>
      </dgm:t>
    </dgm:pt>
    <dgm:pt modelId="{4F189A2F-A571-47B4-886F-D684C99CA970}" type="sibTrans" cxnId="{9DA2D754-9403-4B78-B8F8-7D9499A07065}">
      <dgm:prSet/>
      <dgm:spPr/>
      <dgm:t>
        <a:bodyPr/>
        <a:lstStyle/>
        <a:p>
          <a:endParaRPr lang="fr-FR"/>
        </a:p>
      </dgm:t>
    </dgm:pt>
    <dgm:pt modelId="{3A317E57-008D-4ADE-9343-8C0159307726}">
      <dgm:prSet custT="1"/>
      <dgm:spPr/>
      <dgm:t>
        <a:bodyPr/>
        <a:lstStyle/>
        <a:p>
          <a:r>
            <a:rPr lang="en-US" sz="2000" dirty="0"/>
            <a:t>Physical Science &amp; Engineering → </a:t>
          </a:r>
          <a:r>
            <a:rPr lang="en-US" sz="2000" b="1" dirty="0"/>
            <a:t>612 instructors</a:t>
          </a:r>
          <a:endParaRPr lang="fr-FR" sz="2000" dirty="0"/>
        </a:p>
      </dgm:t>
    </dgm:pt>
    <dgm:pt modelId="{D3EA635F-F94C-4606-949D-34BF99958627}" type="parTrans" cxnId="{E0AD6430-EFB0-4F3E-B22A-6EC560312EAA}">
      <dgm:prSet/>
      <dgm:spPr/>
      <dgm:t>
        <a:bodyPr/>
        <a:lstStyle/>
        <a:p>
          <a:endParaRPr lang="fr-FR"/>
        </a:p>
      </dgm:t>
    </dgm:pt>
    <dgm:pt modelId="{9161B25F-1F86-417C-AF3E-73149E28237E}" type="sibTrans" cxnId="{E0AD6430-EFB0-4F3E-B22A-6EC560312EAA}">
      <dgm:prSet/>
      <dgm:spPr/>
      <dgm:t>
        <a:bodyPr/>
        <a:lstStyle/>
        <a:p>
          <a:endParaRPr lang="fr-FR"/>
        </a:p>
      </dgm:t>
    </dgm:pt>
    <dgm:pt modelId="{0C8BEC1B-F2CE-4346-86A5-0B558AC29221}">
      <dgm:prSet custT="1"/>
      <dgm:spPr/>
      <dgm:t>
        <a:bodyPr/>
        <a:lstStyle/>
        <a:p>
          <a:r>
            <a:rPr lang="en-US" sz="2400" b="1" dirty="0"/>
            <a:t>Top Competencies by Number of Instructors</a:t>
          </a:r>
          <a:endParaRPr lang="fr-FR" sz="2400" dirty="0"/>
        </a:p>
      </dgm:t>
    </dgm:pt>
    <dgm:pt modelId="{B7F6D525-99BF-46F9-BF14-AA85C32AA8B7}" type="parTrans" cxnId="{905A5C75-3A40-4285-932D-181E8F5BF93D}">
      <dgm:prSet/>
      <dgm:spPr/>
      <dgm:t>
        <a:bodyPr/>
        <a:lstStyle/>
        <a:p>
          <a:endParaRPr lang="fr-FR"/>
        </a:p>
      </dgm:t>
    </dgm:pt>
    <dgm:pt modelId="{21AC1A61-43F2-4DCE-9DF8-B21A79F9A4C6}" type="sibTrans" cxnId="{905A5C75-3A40-4285-932D-181E8F5BF93D}">
      <dgm:prSet/>
      <dgm:spPr/>
      <dgm:t>
        <a:bodyPr/>
        <a:lstStyle/>
        <a:p>
          <a:endParaRPr lang="fr-FR"/>
        </a:p>
      </dgm:t>
    </dgm:pt>
    <dgm:pt modelId="{FC5766E5-88ED-4AC4-9924-4D23582490D0}">
      <dgm:prSet custT="1"/>
      <dgm:spPr/>
      <dgm:t>
        <a:bodyPr/>
        <a:lstStyle/>
        <a:p>
          <a:r>
            <a:rPr lang="en-US" sz="2000" dirty="0"/>
            <a:t>Research → </a:t>
          </a:r>
          <a:r>
            <a:rPr lang="en-US" sz="2000" b="1" dirty="0"/>
            <a:t>474 instructors</a:t>
          </a:r>
          <a:endParaRPr lang="fr-FR" sz="2000" dirty="0"/>
        </a:p>
      </dgm:t>
    </dgm:pt>
    <dgm:pt modelId="{1EC53BD8-4808-47AA-9E67-087E9EAE77AF}" type="parTrans" cxnId="{7EB8CD7B-3CE0-4819-AF59-67BDAD2F0F42}">
      <dgm:prSet/>
      <dgm:spPr/>
      <dgm:t>
        <a:bodyPr/>
        <a:lstStyle/>
        <a:p>
          <a:endParaRPr lang="fr-FR"/>
        </a:p>
      </dgm:t>
    </dgm:pt>
    <dgm:pt modelId="{2C527009-E42A-4EC1-8C15-39A2A3475CD1}" type="sibTrans" cxnId="{7EB8CD7B-3CE0-4819-AF59-67BDAD2F0F42}">
      <dgm:prSet/>
      <dgm:spPr/>
      <dgm:t>
        <a:bodyPr/>
        <a:lstStyle/>
        <a:p>
          <a:endParaRPr lang="fr-FR"/>
        </a:p>
      </dgm:t>
    </dgm:pt>
    <dgm:pt modelId="{FA753DE5-B4A9-4292-93E6-9D9229ACCB29}">
      <dgm:prSet custT="1"/>
      <dgm:spPr/>
      <dgm:t>
        <a:bodyPr/>
        <a:lstStyle/>
        <a:p>
          <a:r>
            <a:rPr lang="en-US" sz="2000" dirty="0"/>
            <a:t>Cultural Diversity → </a:t>
          </a:r>
          <a:r>
            <a:rPr lang="en-US" sz="2000" b="1" dirty="0"/>
            <a:t>454 instructors</a:t>
          </a:r>
          <a:endParaRPr lang="fr-FR" sz="2000" dirty="0"/>
        </a:p>
      </dgm:t>
    </dgm:pt>
    <dgm:pt modelId="{0F046BEF-E29B-4652-A806-CE156F52E713}" type="parTrans" cxnId="{24B82CD0-33BB-4396-AA3E-F0F20939FF0B}">
      <dgm:prSet/>
      <dgm:spPr/>
      <dgm:t>
        <a:bodyPr/>
        <a:lstStyle/>
        <a:p>
          <a:endParaRPr lang="fr-FR"/>
        </a:p>
      </dgm:t>
    </dgm:pt>
    <dgm:pt modelId="{B7E43ED2-95FF-4171-B1F5-07CAC71A40BE}" type="sibTrans" cxnId="{24B82CD0-33BB-4396-AA3E-F0F20939FF0B}">
      <dgm:prSet/>
      <dgm:spPr/>
      <dgm:t>
        <a:bodyPr/>
        <a:lstStyle/>
        <a:p>
          <a:endParaRPr lang="fr-FR"/>
        </a:p>
      </dgm:t>
    </dgm:pt>
    <dgm:pt modelId="{634B331E-4E28-4ADC-B58F-4628790A2A06}">
      <dgm:prSet custT="1"/>
      <dgm:spPr/>
      <dgm:t>
        <a:bodyPr/>
        <a:lstStyle/>
        <a:p>
          <a:r>
            <a:rPr lang="en-US" sz="2000" dirty="0"/>
            <a:t>Sustainable Development → </a:t>
          </a:r>
          <a:r>
            <a:rPr lang="en-US" sz="2000" b="1" dirty="0"/>
            <a:t>420 instructors</a:t>
          </a:r>
          <a:endParaRPr lang="fr-FR" sz="2000" dirty="0"/>
        </a:p>
      </dgm:t>
    </dgm:pt>
    <dgm:pt modelId="{0A7B6A23-7061-4AAA-8784-1BCCDD4C6566}" type="parTrans" cxnId="{30B6C62B-CDD4-49B2-8019-9BCB60031ACE}">
      <dgm:prSet/>
      <dgm:spPr/>
      <dgm:t>
        <a:bodyPr/>
        <a:lstStyle/>
        <a:p>
          <a:endParaRPr lang="fr-FR"/>
        </a:p>
      </dgm:t>
    </dgm:pt>
    <dgm:pt modelId="{80885523-DE09-414B-95AA-4E0D9CABAFF3}" type="sibTrans" cxnId="{30B6C62B-CDD4-49B2-8019-9BCB60031ACE}">
      <dgm:prSet/>
      <dgm:spPr/>
      <dgm:t>
        <a:bodyPr/>
        <a:lstStyle/>
        <a:p>
          <a:endParaRPr lang="fr-FR"/>
        </a:p>
      </dgm:t>
    </dgm:pt>
    <dgm:pt modelId="{01B654BE-358D-4F11-BA6F-B1505EFC2FF5}">
      <dgm:prSet custT="1"/>
      <dgm:spPr/>
      <dgm:t>
        <a:bodyPr/>
        <a:lstStyle/>
        <a:p>
          <a:r>
            <a:rPr lang="en-US" sz="2400" b="1" dirty="0"/>
            <a:t>Top Courses by Number of Instructors</a:t>
          </a:r>
          <a:endParaRPr lang="fr-FR" sz="2400" dirty="0"/>
        </a:p>
      </dgm:t>
    </dgm:pt>
    <dgm:pt modelId="{EB2EC3B5-562D-434C-B33B-4DBDCC8062BC}" type="parTrans" cxnId="{3849E6CC-5C0E-420F-9C24-FE5793410BAB}">
      <dgm:prSet/>
      <dgm:spPr/>
      <dgm:t>
        <a:bodyPr/>
        <a:lstStyle/>
        <a:p>
          <a:endParaRPr lang="fr-FR"/>
        </a:p>
      </dgm:t>
    </dgm:pt>
    <dgm:pt modelId="{ECA16245-A62A-4DDF-9D02-0F41D5D8C914}" type="sibTrans" cxnId="{3849E6CC-5C0E-420F-9C24-FE5793410BAB}">
      <dgm:prSet/>
      <dgm:spPr/>
      <dgm:t>
        <a:bodyPr/>
        <a:lstStyle/>
        <a:p>
          <a:endParaRPr lang="fr-FR"/>
        </a:p>
      </dgm:t>
    </dgm:pt>
    <dgm:pt modelId="{C67BABD7-3D0D-4030-8EA1-36E07D511029}">
      <dgm:prSet/>
      <dgm:spPr/>
      <dgm:t>
        <a:bodyPr/>
        <a:lstStyle/>
        <a:p>
          <a:r>
            <a:rPr lang="en-US" dirty="0"/>
            <a:t>Course A → </a:t>
          </a:r>
          <a:r>
            <a:rPr lang="en-US" b="1" dirty="0"/>
            <a:t>35 instructors</a:t>
          </a:r>
          <a:endParaRPr lang="fr-FR" dirty="0"/>
        </a:p>
      </dgm:t>
    </dgm:pt>
    <dgm:pt modelId="{226457FF-571B-42AA-90C6-186277372135}" type="parTrans" cxnId="{2B8CFBC3-E185-487D-AE5C-69CD58F82536}">
      <dgm:prSet/>
      <dgm:spPr/>
      <dgm:t>
        <a:bodyPr/>
        <a:lstStyle/>
        <a:p>
          <a:endParaRPr lang="fr-FR"/>
        </a:p>
      </dgm:t>
    </dgm:pt>
    <dgm:pt modelId="{87E8FB79-BCFE-4ACA-BEB4-88FE12303FE5}" type="sibTrans" cxnId="{2B8CFBC3-E185-487D-AE5C-69CD58F82536}">
      <dgm:prSet/>
      <dgm:spPr/>
      <dgm:t>
        <a:bodyPr/>
        <a:lstStyle/>
        <a:p>
          <a:endParaRPr lang="fr-FR"/>
        </a:p>
      </dgm:t>
    </dgm:pt>
    <dgm:pt modelId="{4E3BBC84-AFDF-4179-980D-55AD38CE65AA}">
      <dgm:prSet/>
      <dgm:spPr/>
      <dgm:t>
        <a:bodyPr/>
        <a:lstStyle/>
        <a:p>
          <a:r>
            <a:rPr lang="en-US" dirty="0"/>
            <a:t>Course B → </a:t>
          </a:r>
          <a:r>
            <a:rPr lang="en-US" b="1" dirty="0"/>
            <a:t>23 instructors</a:t>
          </a:r>
          <a:endParaRPr lang="fr-FR" dirty="0"/>
        </a:p>
      </dgm:t>
    </dgm:pt>
    <dgm:pt modelId="{4DD81D3F-2D50-4F83-A57A-A8ED3FF156AD}" type="parTrans" cxnId="{A63C53D1-960A-4CFA-8644-A548C5AB70D1}">
      <dgm:prSet/>
      <dgm:spPr/>
      <dgm:t>
        <a:bodyPr/>
        <a:lstStyle/>
        <a:p>
          <a:endParaRPr lang="fr-FR"/>
        </a:p>
      </dgm:t>
    </dgm:pt>
    <dgm:pt modelId="{75F3EE3E-F4CC-4FEE-A8AC-04BFFD80F108}" type="sibTrans" cxnId="{A63C53D1-960A-4CFA-8644-A548C5AB70D1}">
      <dgm:prSet/>
      <dgm:spPr/>
      <dgm:t>
        <a:bodyPr/>
        <a:lstStyle/>
        <a:p>
          <a:endParaRPr lang="fr-FR"/>
        </a:p>
      </dgm:t>
    </dgm:pt>
    <dgm:pt modelId="{9CDAB24C-11AD-42B1-97BA-BCB4734C6DF5}">
      <dgm:prSet/>
      <dgm:spPr/>
      <dgm:t>
        <a:bodyPr/>
        <a:lstStyle/>
        <a:p>
          <a:r>
            <a:rPr lang="en-US" dirty="0"/>
            <a:t>Course C → </a:t>
          </a:r>
          <a:r>
            <a:rPr lang="en-US" b="1" dirty="0"/>
            <a:t>21 instructors</a:t>
          </a:r>
          <a:endParaRPr lang="fr-FR" dirty="0"/>
        </a:p>
      </dgm:t>
    </dgm:pt>
    <dgm:pt modelId="{453F311B-A4D8-4FAF-8F35-0ACED147E3D2}" type="parTrans" cxnId="{80B79877-0467-447F-B91F-B4FEB657F1AA}">
      <dgm:prSet/>
      <dgm:spPr/>
      <dgm:t>
        <a:bodyPr/>
        <a:lstStyle/>
        <a:p>
          <a:endParaRPr lang="fr-FR"/>
        </a:p>
      </dgm:t>
    </dgm:pt>
    <dgm:pt modelId="{8F9A829A-C225-4CD2-8410-593B21473BA9}" type="sibTrans" cxnId="{80B79877-0467-447F-B91F-B4FEB657F1AA}">
      <dgm:prSet/>
      <dgm:spPr/>
      <dgm:t>
        <a:bodyPr/>
        <a:lstStyle/>
        <a:p>
          <a:endParaRPr lang="fr-FR"/>
        </a:p>
      </dgm:t>
    </dgm:pt>
    <dgm:pt modelId="{28443DBA-2BF5-43B7-BE5B-05527298EAB0}" type="pres">
      <dgm:prSet presAssocID="{67BD947A-D871-4054-9219-2AC068BC26BB}" presName="diagram" presStyleCnt="0">
        <dgm:presLayoutVars>
          <dgm:chPref val="1"/>
          <dgm:dir/>
          <dgm:animOne val="branch"/>
          <dgm:animLvl val="lvl"/>
          <dgm:resizeHandles/>
        </dgm:presLayoutVars>
      </dgm:prSet>
      <dgm:spPr/>
    </dgm:pt>
    <dgm:pt modelId="{9FC26990-440F-4FEA-9A40-9D235D59A59C}" type="pres">
      <dgm:prSet presAssocID="{6B31A230-AA15-438D-B1D9-20B54FC97822}" presName="root" presStyleCnt="0"/>
      <dgm:spPr/>
    </dgm:pt>
    <dgm:pt modelId="{AADB0977-6BC3-4C9F-A7D5-FB595EFFF962}" type="pres">
      <dgm:prSet presAssocID="{6B31A230-AA15-438D-B1D9-20B54FC97822}" presName="rootComposite" presStyleCnt="0"/>
      <dgm:spPr/>
    </dgm:pt>
    <dgm:pt modelId="{73EC89BA-2232-4EC6-B330-E99ADB432DC0}" type="pres">
      <dgm:prSet presAssocID="{6B31A230-AA15-438D-B1D9-20B54FC97822}" presName="rootText" presStyleLbl="node1" presStyleIdx="0" presStyleCnt="4"/>
      <dgm:spPr/>
    </dgm:pt>
    <dgm:pt modelId="{BBFEDDD9-6B18-4F87-8305-CE61813963EA}" type="pres">
      <dgm:prSet presAssocID="{6B31A230-AA15-438D-B1D9-20B54FC97822}" presName="rootConnector" presStyleLbl="node1" presStyleIdx="0" presStyleCnt="4"/>
      <dgm:spPr/>
    </dgm:pt>
    <dgm:pt modelId="{898AF79C-79EC-4C19-963F-3F20AE1A7573}" type="pres">
      <dgm:prSet presAssocID="{6B31A230-AA15-438D-B1D9-20B54FC97822}" presName="childShape" presStyleCnt="0"/>
      <dgm:spPr/>
    </dgm:pt>
    <dgm:pt modelId="{27A240DD-F6F3-4418-91F8-75EC078B8DA2}" type="pres">
      <dgm:prSet presAssocID="{5225EF38-63DA-4A3D-B46F-9881AEA6FBD8}" presName="Name13" presStyleLbl="parChTrans1D2" presStyleIdx="0" presStyleCnt="10"/>
      <dgm:spPr/>
    </dgm:pt>
    <dgm:pt modelId="{3CDF4E02-2C04-487E-A603-697ACADE347C}" type="pres">
      <dgm:prSet presAssocID="{AEE5359A-7B73-498A-A678-C77229E52EC1}" presName="childText" presStyleLbl="bgAcc1" presStyleIdx="0" presStyleCnt="10">
        <dgm:presLayoutVars>
          <dgm:bulletEnabled val="1"/>
        </dgm:presLayoutVars>
      </dgm:prSet>
      <dgm:spPr/>
    </dgm:pt>
    <dgm:pt modelId="{E26C25D8-F052-4A91-9288-700FD0A1FDA6}" type="pres">
      <dgm:prSet presAssocID="{72B1439D-9544-4CD3-9EFE-B5C3DB2365EF}" presName="root" presStyleCnt="0"/>
      <dgm:spPr/>
    </dgm:pt>
    <dgm:pt modelId="{579BC6FE-CFA2-4C68-8348-2CEB142DF8C6}" type="pres">
      <dgm:prSet presAssocID="{72B1439D-9544-4CD3-9EFE-B5C3DB2365EF}" presName="rootComposite" presStyleCnt="0"/>
      <dgm:spPr/>
    </dgm:pt>
    <dgm:pt modelId="{CDD756D3-54C1-40C2-A150-D7D2B539E538}" type="pres">
      <dgm:prSet presAssocID="{72B1439D-9544-4CD3-9EFE-B5C3DB2365EF}" presName="rootText" presStyleLbl="node1" presStyleIdx="1" presStyleCnt="4"/>
      <dgm:spPr/>
    </dgm:pt>
    <dgm:pt modelId="{8DE6BD7A-3B94-4ACF-9207-CAB525291DEB}" type="pres">
      <dgm:prSet presAssocID="{72B1439D-9544-4CD3-9EFE-B5C3DB2365EF}" presName="rootConnector" presStyleLbl="node1" presStyleIdx="1" presStyleCnt="4"/>
      <dgm:spPr/>
    </dgm:pt>
    <dgm:pt modelId="{DCECDE2C-214A-40C4-8E1E-E04BD034E88D}" type="pres">
      <dgm:prSet presAssocID="{72B1439D-9544-4CD3-9EFE-B5C3DB2365EF}" presName="childShape" presStyleCnt="0"/>
      <dgm:spPr/>
    </dgm:pt>
    <dgm:pt modelId="{4BA9411F-577F-4E18-AC5D-BD58774B0179}" type="pres">
      <dgm:prSet presAssocID="{09F6DDF7-9E85-459E-B7FA-219C39EFDE47}" presName="Name13" presStyleLbl="parChTrans1D2" presStyleIdx="1" presStyleCnt="10"/>
      <dgm:spPr/>
    </dgm:pt>
    <dgm:pt modelId="{381C9B9C-B90B-4B5D-801D-12F35EC99830}" type="pres">
      <dgm:prSet presAssocID="{E77B9C2F-43FD-4BF5-9FC2-160F61FD6F18}" presName="childText" presStyleLbl="bgAcc1" presStyleIdx="1" presStyleCnt="10">
        <dgm:presLayoutVars>
          <dgm:bulletEnabled val="1"/>
        </dgm:presLayoutVars>
      </dgm:prSet>
      <dgm:spPr/>
    </dgm:pt>
    <dgm:pt modelId="{DDBB6250-C554-46B4-B08A-F4DDBD1D2EBD}" type="pres">
      <dgm:prSet presAssocID="{B7242E3D-6DB7-4BD0-A926-BE799178E741}" presName="Name13" presStyleLbl="parChTrans1D2" presStyleIdx="2" presStyleCnt="10"/>
      <dgm:spPr/>
    </dgm:pt>
    <dgm:pt modelId="{4C2BED3A-98BB-46C7-A6CC-F8C2CF43D98D}" type="pres">
      <dgm:prSet presAssocID="{F98708D8-6E77-4EB7-B221-F093D6020773}" presName="childText" presStyleLbl="bgAcc1" presStyleIdx="2" presStyleCnt="10">
        <dgm:presLayoutVars>
          <dgm:bulletEnabled val="1"/>
        </dgm:presLayoutVars>
      </dgm:prSet>
      <dgm:spPr/>
    </dgm:pt>
    <dgm:pt modelId="{D0A7F524-F9AC-4A9D-B812-ECB1FD813AC9}" type="pres">
      <dgm:prSet presAssocID="{D3EA635F-F94C-4606-949D-34BF99958627}" presName="Name13" presStyleLbl="parChTrans1D2" presStyleIdx="3" presStyleCnt="10"/>
      <dgm:spPr/>
    </dgm:pt>
    <dgm:pt modelId="{08304A99-F9F4-4EB3-8048-AFDACD516CC3}" type="pres">
      <dgm:prSet presAssocID="{3A317E57-008D-4ADE-9343-8C0159307726}" presName="childText" presStyleLbl="bgAcc1" presStyleIdx="3" presStyleCnt="10">
        <dgm:presLayoutVars>
          <dgm:bulletEnabled val="1"/>
        </dgm:presLayoutVars>
      </dgm:prSet>
      <dgm:spPr/>
    </dgm:pt>
    <dgm:pt modelId="{D8CE0665-A6E0-4033-AC26-0DC592743590}" type="pres">
      <dgm:prSet presAssocID="{0C8BEC1B-F2CE-4346-86A5-0B558AC29221}" presName="root" presStyleCnt="0"/>
      <dgm:spPr/>
    </dgm:pt>
    <dgm:pt modelId="{E0D28AD5-02A2-40D8-A409-9058D68AE821}" type="pres">
      <dgm:prSet presAssocID="{0C8BEC1B-F2CE-4346-86A5-0B558AC29221}" presName="rootComposite" presStyleCnt="0"/>
      <dgm:spPr/>
    </dgm:pt>
    <dgm:pt modelId="{D67322E5-2652-4D20-AC11-161086D8B6A8}" type="pres">
      <dgm:prSet presAssocID="{0C8BEC1B-F2CE-4346-86A5-0B558AC29221}" presName="rootText" presStyleLbl="node1" presStyleIdx="2" presStyleCnt="4"/>
      <dgm:spPr/>
    </dgm:pt>
    <dgm:pt modelId="{7E5283BC-CA3D-4E58-AB1F-86157B7C20D6}" type="pres">
      <dgm:prSet presAssocID="{0C8BEC1B-F2CE-4346-86A5-0B558AC29221}" presName="rootConnector" presStyleLbl="node1" presStyleIdx="2" presStyleCnt="4"/>
      <dgm:spPr/>
    </dgm:pt>
    <dgm:pt modelId="{9C77D459-6FB2-4B3C-8809-53027449CF4B}" type="pres">
      <dgm:prSet presAssocID="{0C8BEC1B-F2CE-4346-86A5-0B558AC29221}" presName="childShape" presStyleCnt="0"/>
      <dgm:spPr/>
    </dgm:pt>
    <dgm:pt modelId="{9F8067F2-913D-4379-B77D-3DD5D4E523F3}" type="pres">
      <dgm:prSet presAssocID="{1EC53BD8-4808-47AA-9E67-087E9EAE77AF}" presName="Name13" presStyleLbl="parChTrans1D2" presStyleIdx="4" presStyleCnt="10"/>
      <dgm:spPr/>
    </dgm:pt>
    <dgm:pt modelId="{D9897E62-4B54-4108-BABC-7AC1BD87A998}" type="pres">
      <dgm:prSet presAssocID="{FC5766E5-88ED-4AC4-9924-4D23582490D0}" presName="childText" presStyleLbl="bgAcc1" presStyleIdx="4" presStyleCnt="10">
        <dgm:presLayoutVars>
          <dgm:bulletEnabled val="1"/>
        </dgm:presLayoutVars>
      </dgm:prSet>
      <dgm:spPr/>
    </dgm:pt>
    <dgm:pt modelId="{B08D9B0A-48FE-44FB-8C1B-A4227B4D8187}" type="pres">
      <dgm:prSet presAssocID="{0F046BEF-E29B-4652-A806-CE156F52E713}" presName="Name13" presStyleLbl="parChTrans1D2" presStyleIdx="5" presStyleCnt="10"/>
      <dgm:spPr/>
    </dgm:pt>
    <dgm:pt modelId="{27891D98-3D8C-4EBE-AE0F-73E750E43812}" type="pres">
      <dgm:prSet presAssocID="{FA753DE5-B4A9-4292-93E6-9D9229ACCB29}" presName="childText" presStyleLbl="bgAcc1" presStyleIdx="5" presStyleCnt="10">
        <dgm:presLayoutVars>
          <dgm:bulletEnabled val="1"/>
        </dgm:presLayoutVars>
      </dgm:prSet>
      <dgm:spPr/>
    </dgm:pt>
    <dgm:pt modelId="{22397256-5B2B-4E74-BF36-5E93451C1383}" type="pres">
      <dgm:prSet presAssocID="{0A7B6A23-7061-4AAA-8784-1BCCDD4C6566}" presName="Name13" presStyleLbl="parChTrans1D2" presStyleIdx="6" presStyleCnt="10"/>
      <dgm:spPr/>
    </dgm:pt>
    <dgm:pt modelId="{ECB10F78-B34F-46B4-BF34-F2A98EB7DF08}" type="pres">
      <dgm:prSet presAssocID="{634B331E-4E28-4ADC-B58F-4628790A2A06}" presName="childText" presStyleLbl="bgAcc1" presStyleIdx="6" presStyleCnt="10">
        <dgm:presLayoutVars>
          <dgm:bulletEnabled val="1"/>
        </dgm:presLayoutVars>
      </dgm:prSet>
      <dgm:spPr/>
    </dgm:pt>
    <dgm:pt modelId="{782E233C-282F-4017-B0D7-37E2930C9C1C}" type="pres">
      <dgm:prSet presAssocID="{01B654BE-358D-4F11-BA6F-B1505EFC2FF5}" presName="root" presStyleCnt="0"/>
      <dgm:spPr/>
    </dgm:pt>
    <dgm:pt modelId="{A89647C6-0425-443E-9266-99D59A79C6AF}" type="pres">
      <dgm:prSet presAssocID="{01B654BE-358D-4F11-BA6F-B1505EFC2FF5}" presName="rootComposite" presStyleCnt="0"/>
      <dgm:spPr/>
    </dgm:pt>
    <dgm:pt modelId="{73507C1E-1D72-4B0C-BE7F-1030C22300B2}" type="pres">
      <dgm:prSet presAssocID="{01B654BE-358D-4F11-BA6F-B1505EFC2FF5}" presName="rootText" presStyleLbl="node1" presStyleIdx="3" presStyleCnt="4"/>
      <dgm:spPr/>
    </dgm:pt>
    <dgm:pt modelId="{89E60C5C-C529-4CC7-A9C9-FCD8F7854216}" type="pres">
      <dgm:prSet presAssocID="{01B654BE-358D-4F11-BA6F-B1505EFC2FF5}" presName="rootConnector" presStyleLbl="node1" presStyleIdx="3" presStyleCnt="4"/>
      <dgm:spPr/>
    </dgm:pt>
    <dgm:pt modelId="{05D3C733-CE1A-479E-8822-04B02DE80594}" type="pres">
      <dgm:prSet presAssocID="{01B654BE-358D-4F11-BA6F-B1505EFC2FF5}" presName="childShape" presStyleCnt="0"/>
      <dgm:spPr/>
    </dgm:pt>
    <dgm:pt modelId="{D213E92C-F73A-4181-8EAE-BD7C70EEB6B3}" type="pres">
      <dgm:prSet presAssocID="{226457FF-571B-42AA-90C6-186277372135}" presName="Name13" presStyleLbl="parChTrans1D2" presStyleIdx="7" presStyleCnt="10"/>
      <dgm:spPr/>
    </dgm:pt>
    <dgm:pt modelId="{516C8C8A-FC80-468C-925B-F97C0051196E}" type="pres">
      <dgm:prSet presAssocID="{C67BABD7-3D0D-4030-8EA1-36E07D511029}" presName="childText" presStyleLbl="bgAcc1" presStyleIdx="7" presStyleCnt="10">
        <dgm:presLayoutVars>
          <dgm:bulletEnabled val="1"/>
        </dgm:presLayoutVars>
      </dgm:prSet>
      <dgm:spPr/>
    </dgm:pt>
    <dgm:pt modelId="{1D7CD356-0674-45D3-945A-D31E2FB8C026}" type="pres">
      <dgm:prSet presAssocID="{4DD81D3F-2D50-4F83-A57A-A8ED3FF156AD}" presName="Name13" presStyleLbl="parChTrans1D2" presStyleIdx="8" presStyleCnt="10"/>
      <dgm:spPr/>
    </dgm:pt>
    <dgm:pt modelId="{6848CF10-8531-4069-B063-7573CACE2665}" type="pres">
      <dgm:prSet presAssocID="{4E3BBC84-AFDF-4179-980D-55AD38CE65AA}" presName="childText" presStyleLbl="bgAcc1" presStyleIdx="8" presStyleCnt="10">
        <dgm:presLayoutVars>
          <dgm:bulletEnabled val="1"/>
        </dgm:presLayoutVars>
      </dgm:prSet>
      <dgm:spPr/>
    </dgm:pt>
    <dgm:pt modelId="{52A5B738-C5E7-4EAA-8967-9EB469EE7B4D}" type="pres">
      <dgm:prSet presAssocID="{453F311B-A4D8-4FAF-8F35-0ACED147E3D2}" presName="Name13" presStyleLbl="parChTrans1D2" presStyleIdx="9" presStyleCnt="10"/>
      <dgm:spPr/>
    </dgm:pt>
    <dgm:pt modelId="{8CB86496-D062-4090-8A90-86FAB3F4D2FA}" type="pres">
      <dgm:prSet presAssocID="{9CDAB24C-11AD-42B1-97BA-BCB4734C6DF5}" presName="childText" presStyleLbl="bgAcc1" presStyleIdx="9" presStyleCnt="10">
        <dgm:presLayoutVars>
          <dgm:bulletEnabled val="1"/>
        </dgm:presLayoutVars>
      </dgm:prSet>
      <dgm:spPr/>
    </dgm:pt>
  </dgm:ptLst>
  <dgm:cxnLst>
    <dgm:cxn modelId="{55BF1D01-4640-4A70-B6E9-978A7C5233F6}" type="presOf" srcId="{9CDAB24C-11AD-42B1-97BA-BCB4734C6DF5}" destId="{8CB86496-D062-4090-8A90-86FAB3F4D2FA}" srcOrd="0" destOrd="0" presId="urn:microsoft.com/office/officeart/2005/8/layout/hierarchy3"/>
    <dgm:cxn modelId="{EBBEC504-CB8F-40BC-8C84-68600091E056}" type="presOf" srcId="{226457FF-571B-42AA-90C6-186277372135}" destId="{D213E92C-F73A-4181-8EAE-BD7C70EEB6B3}" srcOrd="0" destOrd="0" presId="urn:microsoft.com/office/officeart/2005/8/layout/hierarchy3"/>
    <dgm:cxn modelId="{B37AE816-08BF-4EB7-89E3-6158AC265A0D}" type="presOf" srcId="{72B1439D-9544-4CD3-9EFE-B5C3DB2365EF}" destId="{CDD756D3-54C1-40C2-A150-D7D2B539E538}" srcOrd="0" destOrd="0" presId="urn:microsoft.com/office/officeart/2005/8/layout/hierarchy3"/>
    <dgm:cxn modelId="{30B6C62B-CDD4-49B2-8019-9BCB60031ACE}" srcId="{0C8BEC1B-F2CE-4346-86A5-0B558AC29221}" destId="{634B331E-4E28-4ADC-B58F-4628790A2A06}" srcOrd="2" destOrd="0" parTransId="{0A7B6A23-7061-4AAA-8784-1BCCDD4C6566}" sibTransId="{80885523-DE09-414B-95AA-4E0D9CABAFF3}"/>
    <dgm:cxn modelId="{E0AD6430-EFB0-4F3E-B22A-6EC560312EAA}" srcId="{72B1439D-9544-4CD3-9EFE-B5C3DB2365EF}" destId="{3A317E57-008D-4ADE-9343-8C0159307726}" srcOrd="2" destOrd="0" parTransId="{D3EA635F-F94C-4606-949D-34BF99958627}" sibTransId="{9161B25F-1F86-417C-AF3E-73149E28237E}"/>
    <dgm:cxn modelId="{62035531-C37B-4D4B-B124-72CC6483ECAE}" srcId="{67BD947A-D871-4054-9219-2AC068BC26BB}" destId="{6B31A230-AA15-438D-B1D9-20B54FC97822}" srcOrd="0" destOrd="0" parTransId="{AA050C9F-1802-4910-82DA-9D65A9754639}" sibTransId="{56C6397D-5F7D-4700-B009-8AAB40DE4740}"/>
    <dgm:cxn modelId="{FDDE5562-2D27-40CC-BE8A-088EA61CFC62}" type="presOf" srcId="{F98708D8-6E77-4EB7-B221-F093D6020773}" destId="{4C2BED3A-98BB-46C7-A6CC-F8C2CF43D98D}" srcOrd="0" destOrd="0" presId="urn:microsoft.com/office/officeart/2005/8/layout/hierarchy3"/>
    <dgm:cxn modelId="{2C287A66-24EF-41F0-86F9-8D1613B2CD34}" type="presOf" srcId="{634B331E-4E28-4ADC-B58F-4628790A2A06}" destId="{ECB10F78-B34F-46B4-BF34-F2A98EB7DF08}" srcOrd="0" destOrd="0" presId="urn:microsoft.com/office/officeart/2005/8/layout/hierarchy3"/>
    <dgm:cxn modelId="{2B0DB96C-21B0-44DF-973A-1F8F4739A5EC}" type="presOf" srcId="{C67BABD7-3D0D-4030-8EA1-36E07D511029}" destId="{516C8C8A-FC80-468C-925B-F97C0051196E}" srcOrd="0" destOrd="0" presId="urn:microsoft.com/office/officeart/2005/8/layout/hierarchy3"/>
    <dgm:cxn modelId="{8B13234D-3331-4349-A9F6-1E7F8F62631E}" srcId="{67BD947A-D871-4054-9219-2AC068BC26BB}" destId="{72B1439D-9544-4CD3-9EFE-B5C3DB2365EF}" srcOrd="1" destOrd="0" parTransId="{78765522-7ACB-4FF6-B784-D27572F8A2AA}" sibTransId="{A358962D-39BE-4EFB-A13D-53A72D67B776}"/>
    <dgm:cxn modelId="{FE553B4E-15DB-45C0-92B5-B335F2315B6C}" type="presOf" srcId="{6B31A230-AA15-438D-B1D9-20B54FC97822}" destId="{73EC89BA-2232-4EC6-B330-E99ADB432DC0}" srcOrd="0" destOrd="0" presId="urn:microsoft.com/office/officeart/2005/8/layout/hierarchy3"/>
    <dgm:cxn modelId="{89D7A273-15AA-4462-9ED1-E45B20A833D6}" srcId="{72B1439D-9544-4CD3-9EFE-B5C3DB2365EF}" destId="{E77B9C2F-43FD-4BF5-9FC2-160F61FD6F18}" srcOrd="0" destOrd="0" parTransId="{09F6DDF7-9E85-459E-B7FA-219C39EFDE47}" sibTransId="{A7CEDDD5-B09A-43A1-8713-1D2470EB0A12}"/>
    <dgm:cxn modelId="{9DA2D754-9403-4B78-B8F8-7D9499A07065}" srcId="{72B1439D-9544-4CD3-9EFE-B5C3DB2365EF}" destId="{F98708D8-6E77-4EB7-B221-F093D6020773}" srcOrd="1" destOrd="0" parTransId="{B7242E3D-6DB7-4BD0-A926-BE799178E741}" sibTransId="{4F189A2F-A571-47B4-886F-D684C99CA970}"/>
    <dgm:cxn modelId="{905A5C75-3A40-4285-932D-181E8F5BF93D}" srcId="{67BD947A-D871-4054-9219-2AC068BC26BB}" destId="{0C8BEC1B-F2CE-4346-86A5-0B558AC29221}" srcOrd="2" destOrd="0" parTransId="{B7F6D525-99BF-46F9-BF14-AA85C32AA8B7}" sibTransId="{21AC1A61-43F2-4DCE-9DF8-B21A79F9A4C6}"/>
    <dgm:cxn modelId="{9D1CAC56-16DA-4DF7-8E4A-465CC552AE94}" type="presOf" srcId="{E77B9C2F-43FD-4BF5-9FC2-160F61FD6F18}" destId="{381C9B9C-B90B-4B5D-801D-12F35EC99830}" srcOrd="0" destOrd="0" presId="urn:microsoft.com/office/officeart/2005/8/layout/hierarchy3"/>
    <dgm:cxn modelId="{80B79877-0467-447F-B91F-B4FEB657F1AA}" srcId="{01B654BE-358D-4F11-BA6F-B1505EFC2FF5}" destId="{9CDAB24C-11AD-42B1-97BA-BCB4734C6DF5}" srcOrd="2" destOrd="0" parTransId="{453F311B-A4D8-4FAF-8F35-0ACED147E3D2}" sibTransId="{8F9A829A-C225-4CD2-8410-593B21473BA9}"/>
    <dgm:cxn modelId="{54631458-96AB-4643-8EC6-59ED216D6717}" type="presOf" srcId="{1EC53BD8-4808-47AA-9E67-087E9EAE77AF}" destId="{9F8067F2-913D-4379-B77D-3DD5D4E523F3}" srcOrd="0" destOrd="0" presId="urn:microsoft.com/office/officeart/2005/8/layout/hierarchy3"/>
    <dgm:cxn modelId="{2C2CFE59-08D1-4915-A6D4-F167ADBB4D63}" type="presOf" srcId="{0C8BEC1B-F2CE-4346-86A5-0B558AC29221}" destId="{7E5283BC-CA3D-4E58-AB1F-86157B7C20D6}" srcOrd="1" destOrd="0" presId="urn:microsoft.com/office/officeart/2005/8/layout/hierarchy3"/>
    <dgm:cxn modelId="{7EB8CD7B-3CE0-4819-AF59-67BDAD2F0F42}" srcId="{0C8BEC1B-F2CE-4346-86A5-0B558AC29221}" destId="{FC5766E5-88ED-4AC4-9924-4D23582490D0}" srcOrd="0" destOrd="0" parTransId="{1EC53BD8-4808-47AA-9E67-087E9EAE77AF}" sibTransId="{2C527009-E42A-4EC1-8C15-39A2A3475CD1}"/>
    <dgm:cxn modelId="{63859987-28DF-4B32-87C6-0D6542829DF8}" type="presOf" srcId="{01B654BE-358D-4F11-BA6F-B1505EFC2FF5}" destId="{89E60C5C-C529-4CC7-A9C9-FCD8F7854216}" srcOrd="1" destOrd="0" presId="urn:microsoft.com/office/officeart/2005/8/layout/hierarchy3"/>
    <dgm:cxn modelId="{46BB488A-DB5E-4B0A-8CE0-BF896ACEDB82}" type="presOf" srcId="{0A7B6A23-7061-4AAA-8784-1BCCDD4C6566}" destId="{22397256-5B2B-4E74-BF36-5E93451C1383}" srcOrd="0" destOrd="0" presId="urn:microsoft.com/office/officeart/2005/8/layout/hierarchy3"/>
    <dgm:cxn modelId="{E569E18A-604B-4C49-9CA8-8D835E0BA0A8}" type="presOf" srcId="{4DD81D3F-2D50-4F83-A57A-A8ED3FF156AD}" destId="{1D7CD356-0674-45D3-945A-D31E2FB8C026}" srcOrd="0" destOrd="0" presId="urn:microsoft.com/office/officeart/2005/8/layout/hierarchy3"/>
    <dgm:cxn modelId="{9A92768E-2638-4EBE-95B5-BC2FD5CB0187}" type="presOf" srcId="{67BD947A-D871-4054-9219-2AC068BC26BB}" destId="{28443DBA-2BF5-43B7-BE5B-05527298EAB0}" srcOrd="0" destOrd="0" presId="urn:microsoft.com/office/officeart/2005/8/layout/hierarchy3"/>
    <dgm:cxn modelId="{A4088B90-3CDD-4D88-AA5D-4A9F26AB5A37}" type="presOf" srcId="{FC5766E5-88ED-4AC4-9924-4D23582490D0}" destId="{D9897E62-4B54-4108-BABC-7AC1BD87A998}" srcOrd="0" destOrd="0" presId="urn:microsoft.com/office/officeart/2005/8/layout/hierarchy3"/>
    <dgm:cxn modelId="{59141D96-31C1-400D-8143-CD5C285DF46A}" type="presOf" srcId="{453F311B-A4D8-4FAF-8F35-0ACED147E3D2}" destId="{52A5B738-C5E7-4EAA-8967-9EB469EE7B4D}" srcOrd="0" destOrd="0" presId="urn:microsoft.com/office/officeart/2005/8/layout/hierarchy3"/>
    <dgm:cxn modelId="{1255959B-F480-4FA0-86C6-A405F83E787E}" type="presOf" srcId="{FA753DE5-B4A9-4292-93E6-9D9229ACCB29}" destId="{27891D98-3D8C-4EBE-AE0F-73E750E43812}" srcOrd="0" destOrd="0" presId="urn:microsoft.com/office/officeart/2005/8/layout/hierarchy3"/>
    <dgm:cxn modelId="{EA00289F-D65D-4AA3-BE3E-1C2C333C9C72}" type="presOf" srcId="{01B654BE-358D-4F11-BA6F-B1505EFC2FF5}" destId="{73507C1E-1D72-4B0C-BE7F-1030C22300B2}" srcOrd="0" destOrd="0" presId="urn:microsoft.com/office/officeart/2005/8/layout/hierarchy3"/>
    <dgm:cxn modelId="{9989D5A2-3130-47CB-8C54-BDFC78C32038}" type="presOf" srcId="{B7242E3D-6DB7-4BD0-A926-BE799178E741}" destId="{DDBB6250-C554-46B4-B08A-F4DDBD1D2EBD}" srcOrd="0" destOrd="0" presId="urn:microsoft.com/office/officeart/2005/8/layout/hierarchy3"/>
    <dgm:cxn modelId="{FF3747B2-1B2B-4950-8A8A-56763A9409BD}" type="presOf" srcId="{D3EA635F-F94C-4606-949D-34BF99958627}" destId="{D0A7F524-F9AC-4A9D-B812-ECB1FD813AC9}" srcOrd="0" destOrd="0" presId="urn:microsoft.com/office/officeart/2005/8/layout/hierarchy3"/>
    <dgm:cxn modelId="{5EE216B7-D6C4-4D69-8111-45BCED13FE09}" srcId="{6B31A230-AA15-438D-B1D9-20B54FC97822}" destId="{AEE5359A-7B73-498A-A678-C77229E52EC1}" srcOrd="0" destOrd="0" parTransId="{5225EF38-63DA-4A3D-B46F-9881AEA6FBD8}" sibTransId="{F373D36C-61E6-401B-B706-D2D031864139}"/>
    <dgm:cxn modelId="{97F9CCBB-DC6C-4D0A-999C-2E61B2E6822D}" type="presOf" srcId="{0F046BEF-E29B-4652-A806-CE156F52E713}" destId="{B08D9B0A-48FE-44FB-8C1B-A4227B4D8187}" srcOrd="0" destOrd="0" presId="urn:microsoft.com/office/officeart/2005/8/layout/hierarchy3"/>
    <dgm:cxn modelId="{4C382DBF-8242-42C2-9DF6-533D56A2E827}" type="presOf" srcId="{AEE5359A-7B73-498A-A678-C77229E52EC1}" destId="{3CDF4E02-2C04-487E-A603-697ACADE347C}" srcOrd="0" destOrd="0" presId="urn:microsoft.com/office/officeart/2005/8/layout/hierarchy3"/>
    <dgm:cxn modelId="{19B531C3-4028-4C0A-9A0B-A9D94978FE15}" type="presOf" srcId="{3A317E57-008D-4ADE-9343-8C0159307726}" destId="{08304A99-F9F4-4EB3-8048-AFDACD516CC3}" srcOrd="0" destOrd="0" presId="urn:microsoft.com/office/officeart/2005/8/layout/hierarchy3"/>
    <dgm:cxn modelId="{2B8CFBC3-E185-487D-AE5C-69CD58F82536}" srcId="{01B654BE-358D-4F11-BA6F-B1505EFC2FF5}" destId="{C67BABD7-3D0D-4030-8EA1-36E07D511029}" srcOrd="0" destOrd="0" parTransId="{226457FF-571B-42AA-90C6-186277372135}" sibTransId="{87E8FB79-BCFE-4ACA-BEB4-88FE12303FE5}"/>
    <dgm:cxn modelId="{3849E6CC-5C0E-420F-9C24-FE5793410BAB}" srcId="{67BD947A-D871-4054-9219-2AC068BC26BB}" destId="{01B654BE-358D-4F11-BA6F-B1505EFC2FF5}" srcOrd="3" destOrd="0" parTransId="{EB2EC3B5-562D-434C-B33B-4DBDCC8062BC}" sibTransId="{ECA16245-A62A-4DDF-9D02-0F41D5D8C914}"/>
    <dgm:cxn modelId="{24B82CD0-33BB-4396-AA3E-F0F20939FF0B}" srcId="{0C8BEC1B-F2CE-4346-86A5-0B558AC29221}" destId="{FA753DE5-B4A9-4292-93E6-9D9229ACCB29}" srcOrd="1" destOrd="0" parTransId="{0F046BEF-E29B-4652-A806-CE156F52E713}" sibTransId="{B7E43ED2-95FF-4171-B1F5-07CAC71A40BE}"/>
    <dgm:cxn modelId="{A63C53D1-960A-4CFA-8644-A548C5AB70D1}" srcId="{01B654BE-358D-4F11-BA6F-B1505EFC2FF5}" destId="{4E3BBC84-AFDF-4179-980D-55AD38CE65AA}" srcOrd="1" destOrd="0" parTransId="{4DD81D3F-2D50-4F83-A57A-A8ED3FF156AD}" sibTransId="{75F3EE3E-F4CC-4FEE-A8AC-04BFFD80F108}"/>
    <dgm:cxn modelId="{6350A8D2-8827-4168-B586-F0CF53959005}" type="presOf" srcId="{6B31A230-AA15-438D-B1D9-20B54FC97822}" destId="{BBFEDDD9-6B18-4F87-8305-CE61813963EA}" srcOrd="1" destOrd="0" presId="urn:microsoft.com/office/officeart/2005/8/layout/hierarchy3"/>
    <dgm:cxn modelId="{A77B7ADB-5B08-4477-8873-DF170407D1F0}" type="presOf" srcId="{09F6DDF7-9E85-459E-B7FA-219C39EFDE47}" destId="{4BA9411F-577F-4E18-AC5D-BD58774B0179}" srcOrd="0" destOrd="0" presId="urn:microsoft.com/office/officeart/2005/8/layout/hierarchy3"/>
    <dgm:cxn modelId="{A09FF6E0-3F93-40D8-8D53-BDFE3A098806}" type="presOf" srcId="{0C8BEC1B-F2CE-4346-86A5-0B558AC29221}" destId="{D67322E5-2652-4D20-AC11-161086D8B6A8}" srcOrd="0" destOrd="0" presId="urn:microsoft.com/office/officeart/2005/8/layout/hierarchy3"/>
    <dgm:cxn modelId="{0C3CDAE9-459C-4388-BD10-A0DA5B052C09}" type="presOf" srcId="{4E3BBC84-AFDF-4179-980D-55AD38CE65AA}" destId="{6848CF10-8531-4069-B063-7573CACE2665}" srcOrd="0" destOrd="0" presId="urn:microsoft.com/office/officeart/2005/8/layout/hierarchy3"/>
    <dgm:cxn modelId="{5582C1EA-C934-4776-A0BF-DA4451BA0D3E}" type="presOf" srcId="{72B1439D-9544-4CD3-9EFE-B5C3DB2365EF}" destId="{8DE6BD7A-3B94-4ACF-9207-CAB525291DEB}" srcOrd="1" destOrd="0" presId="urn:microsoft.com/office/officeart/2005/8/layout/hierarchy3"/>
    <dgm:cxn modelId="{006FF5EE-DA14-4465-B76D-155F0E966F6F}" type="presOf" srcId="{5225EF38-63DA-4A3D-B46F-9881AEA6FBD8}" destId="{27A240DD-F6F3-4418-91F8-75EC078B8DA2}" srcOrd="0" destOrd="0" presId="urn:microsoft.com/office/officeart/2005/8/layout/hierarchy3"/>
    <dgm:cxn modelId="{2E310136-9B48-4FA1-8350-516393628C6F}" type="presParOf" srcId="{28443DBA-2BF5-43B7-BE5B-05527298EAB0}" destId="{9FC26990-440F-4FEA-9A40-9D235D59A59C}" srcOrd="0" destOrd="0" presId="urn:microsoft.com/office/officeart/2005/8/layout/hierarchy3"/>
    <dgm:cxn modelId="{9E2EB090-3E76-4DC1-B12F-2AE4E643718B}" type="presParOf" srcId="{9FC26990-440F-4FEA-9A40-9D235D59A59C}" destId="{AADB0977-6BC3-4C9F-A7D5-FB595EFFF962}" srcOrd="0" destOrd="0" presId="urn:microsoft.com/office/officeart/2005/8/layout/hierarchy3"/>
    <dgm:cxn modelId="{F398F0BF-F59B-472C-877A-416C4D57E272}" type="presParOf" srcId="{AADB0977-6BC3-4C9F-A7D5-FB595EFFF962}" destId="{73EC89BA-2232-4EC6-B330-E99ADB432DC0}" srcOrd="0" destOrd="0" presId="urn:microsoft.com/office/officeart/2005/8/layout/hierarchy3"/>
    <dgm:cxn modelId="{C419EAE0-AC26-4245-AF95-2EB7FB9091FE}" type="presParOf" srcId="{AADB0977-6BC3-4C9F-A7D5-FB595EFFF962}" destId="{BBFEDDD9-6B18-4F87-8305-CE61813963EA}" srcOrd="1" destOrd="0" presId="urn:microsoft.com/office/officeart/2005/8/layout/hierarchy3"/>
    <dgm:cxn modelId="{BBBBA11E-8745-4CA4-BC1F-AB57C55C23FF}" type="presParOf" srcId="{9FC26990-440F-4FEA-9A40-9D235D59A59C}" destId="{898AF79C-79EC-4C19-963F-3F20AE1A7573}" srcOrd="1" destOrd="0" presId="urn:microsoft.com/office/officeart/2005/8/layout/hierarchy3"/>
    <dgm:cxn modelId="{1E9ACBE5-2B9F-4D7C-9F87-22AAC395F94B}" type="presParOf" srcId="{898AF79C-79EC-4C19-963F-3F20AE1A7573}" destId="{27A240DD-F6F3-4418-91F8-75EC078B8DA2}" srcOrd="0" destOrd="0" presId="urn:microsoft.com/office/officeart/2005/8/layout/hierarchy3"/>
    <dgm:cxn modelId="{7ED78CD8-1DE2-454F-818F-3009FB94E113}" type="presParOf" srcId="{898AF79C-79EC-4C19-963F-3F20AE1A7573}" destId="{3CDF4E02-2C04-487E-A603-697ACADE347C}" srcOrd="1" destOrd="0" presId="urn:microsoft.com/office/officeart/2005/8/layout/hierarchy3"/>
    <dgm:cxn modelId="{FFCF7460-9E4D-43B7-93FA-F6ECA0EF3ECD}" type="presParOf" srcId="{28443DBA-2BF5-43B7-BE5B-05527298EAB0}" destId="{E26C25D8-F052-4A91-9288-700FD0A1FDA6}" srcOrd="1" destOrd="0" presId="urn:microsoft.com/office/officeart/2005/8/layout/hierarchy3"/>
    <dgm:cxn modelId="{07DD278D-E999-4E7F-A5F7-69EDE4CFF913}" type="presParOf" srcId="{E26C25D8-F052-4A91-9288-700FD0A1FDA6}" destId="{579BC6FE-CFA2-4C68-8348-2CEB142DF8C6}" srcOrd="0" destOrd="0" presId="urn:microsoft.com/office/officeart/2005/8/layout/hierarchy3"/>
    <dgm:cxn modelId="{287414B7-CF21-4356-A5AA-8E1FEA17ADE9}" type="presParOf" srcId="{579BC6FE-CFA2-4C68-8348-2CEB142DF8C6}" destId="{CDD756D3-54C1-40C2-A150-D7D2B539E538}" srcOrd="0" destOrd="0" presId="urn:microsoft.com/office/officeart/2005/8/layout/hierarchy3"/>
    <dgm:cxn modelId="{ADCADFBE-0D2F-401A-9635-88627FE49788}" type="presParOf" srcId="{579BC6FE-CFA2-4C68-8348-2CEB142DF8C6}" destId="{8DE6BD7A-3B94-4ACF-9207-CAB525291DEB}" srcOrd="1" destOrd="0" presId="urn:microsoft.com/office/officeart/2005/8/layout/hierarchy3"/>
    <dgm:cxn modelId="{E24B079A-92AB-4E10-89FB-5AA0AEA33774}" type="presParOf" srcId="{E26C25D8-F052-4A91-9288-700FD0A1FDA6}" destId="{DCECDE2C-214A-40C4-8E1E-E04BD034E88D}" srcOrd="1" destOrd="0" presId="urn:microsoft.com/office/officeart/2005/8/layout/hierarchy3"/>
    <dgm:cxn modelId="{F37D9AF8-CF6A-4301-BCA8-01551C00C185}" type="presParOf" srcId="{DCECDE2C-214A-40C4-8E1E-E04BD034E88D}" destId="{4BA9411F-577F-4E18-AC5D-BD58774B0179}" srcOrd="0" destOrd="0" presId="urn:microsoft.com/office/officeart/2005/8/layout/hierarchy3"/>
    <dgm:cxn modelId="{486ED9EE-F54C-4ED0-9591-474BC5C6169A}" type="presParOf" srcId="{DCECDE2C-214A-40C4-8E1E-E04BD034E88D}" destId="{381C9B9C-B90B-4B5D-801D-12F35EC99830}" srcOrd="1" destOrd="0" presId="urn:microsoft.com/office/officeart/2005/8/layout/hierarchy3"/>
    <dgm:cxn modelId="{DC9B65AB-6159-49D1-827D-40BD4756170B}" type="presParOf" srcId="{DCECDE2C-214A-40C4-8E1E-E04BD034E88D}" destId="{DDBB6250-C554-46B4-B08A-F4DDBD1D2EBD}" srcOrd="2" destOrd="0" presId="urn:microsoft.com/office/officeart/2005/8/layout/hierarchy3"/>
    <dgm:cxn modelId="{7326E04F-4AEF-459B-92A3-A9E29E35134D}" type="presParOf" srcId="{DCECDE2C-214A-40C4-8E1E-E04BD034E88D}" destId="{4C2BED3A-98BB-46C7-A6CC-F8C2CF43D98D}" srcOrd="3" destOrd="0" presId="urn:microsoft.com/office/officeart/2005/8/layout/hierarchy3"/>
    <dgm:cxn modelId="{7C8FE3C0-11FA-4FC9-B3EF-5CC7D3647EE9}" type="presParOf" srcId="{DCECDE2C-214A-40C4-8E1E-E04BD034E88D}" destId="{D0A7F524-F9AC-4A9D-B812-ECB1FD813AC9}" srcOrd="4" destOrd="0" presId="urn:microsoft.com/office/officeart/2005/8/layout/hierarchy3"/>
    <dgm:cxn modelId="{72620F18-3D92-418A-B1BA-B07D7BABAF27}" type="presParOf" srcId="{DCECDE2C-214A-40C4-8E1E-E04BD034E88D}" destId="{08304A99-F9F4-4EB3-8048-AFDACD516CC3}" srcOrd="5" destOrd="0" presId="urn:microsoft.com/office/officeart/2005/8/layout/hierarchy3"/>
    <dgm:cxn modelId="{C4D27B6E-12B4-4CDC-9EDC-43853B7ADCE9}" type="presParOf" srcId="{28443DBA-2BF5-43B7-BE5B-05527298EAB0}" destId="{D8CE0665-A6E0-4033-AC26-0DC592743590}" srcOrd="2" destOrd="0" presId="urn:microsoft.com/office/officeart/2005/8/layout/hierarchy3"/>
    <dgm:cxn modelId="{950A1DBF-D4B4-4E7B-B8AC-14D4D77D3F4E}" type="presParOf" srcId="{D8CE0665-A6E0-4033-AC26-0DC592743590}" destId="{E0D28AD5-02A2-40D8-A409-9058D68AE821}" srcOrd="0" destOrd="0" presId="urn:microsoft.com/office/officeart/2005/8/layout/hierarchy3"/>
    <dgm:cxn modelId="{7D73BB77-10BB-4461-9CE1-BDEA16A327BF}" type="presParOf" srcId="{E0D28AD5-02A2-40D8-A409-9058D68AE821}" destId="{D67322E5-2652-4D20-AC11-161086D8B6A8}" srcOrd="0" destOrd="0" presId="urn:microsoft.com/office/officeart/2005/8/layout/hierarchy3"/>
    <dgm:cxn modelId="{9604E039-E8C4-4F2A-98DB-894D1C202245}" type="presParOf" srcId="{E0D28AD5-02A2-40D8-A409-9058D68AE821}" destId="{7E5283BC-CA3D-4E58-AB1F-86157B7C20D6}" srcOrd="1" destOrd="0" presId="urn:microsoft.com/office/officeart/2005/8/layout/hierarchy3"/>
    <dgm:cxn modelId="{EE6D57CA-A40F-4656-8A9B-39C97682ECC0}" type="presParOf" srcId="{D8CE0665-A6E0-4033-AC26-0DC592743590}" destId="{9C77D459-6FB2-4B3C-8809-53027449CF4B}" srcOrd="1" destOrd="0" presId="urn:microsoft.com/office/officeart/2005/8/layout/hierarchy3"/>
    <dgm:cxn modelId="{133A6F92-5B5E-4A05-8622-CC16AF85BFBF}" type="presParOf" srcId="{9C77D459-6FB2-4B3C-8809-53027449CF4B}" destId="{9F8067F2-913D-4379-B77D-3DD5D4E523F3}" srcOrd="0" destOrd="0" presId="urn:microsoft.com/office/officeart/2005/8/layout/hierarchy3"/>
    <dgm:cxn modelId="{AB8B2E1E-03E8-48DF-8BCC-984DCF2D26C0}" type="presParOf" srcId="{9C77D459-6FB2-4B3C-8809-53027449CF4B}" destId="{D9897E62-4B54-4108-BABC-7AC1BD87A998}" srcOrd="1" destOrd="0" presId="urn:microsoft.com/office/officeart/2005/8/layout/hierarchy3"/>
    <dgm:cxn modelId="{F05FCF2E-3CC6-4413-9E24-DC03A29E534C}" type="presParOf" srcId="{9C77D459-6FB2-4B3C-8809-53027449CF4B}" destId="{B08D9B0A-48FE-44FB-8C1B-A4227B4D8187}" srcOrd="2" destOrd="0" presId="urn:microsoft.com/office/officeart/2005/8/layout/hierarchy3"/>
    <dgm:cxn modelId="{63498CB3-72E7-4349-8D50-5184210EB494}" type="presParOf" srcId="{9C77D459-6FB2-4B3C-8809-53027449CF4B}" destId="{27891D98-3D8C-4EBE-AE0F-73E750E43812}" srcOrd="3" destOrd="0" presId="urn:microsoft.com/office/officeart/2005/8/layout/hierarchy3"/>
    <dgm:cxn modelId="{A1E9BF2B-CC49-49BA-959B-5CB4F65090F2}" type="presParOf" srcId="{9C77D459-6FB2-4B3C-8809-53027449CF4B}" destId="{22397256-5B2B-4E74-BF36-5E93451C1383}" srcOrd="4" destOrd="0" presId="urn:microsoft.com/office/officeart/2005/8/layout/hierarchy3"/>
    <dgm:cxn modelId="{57AD786D-4E50-41C1-B425-2387C3527705}" type="presParOf" srcId="{9C77D459-6FB2-4B3C-8809-53027449CF4B}" destId="{ECB10F78-B34F-46B4-BF34-F2A98EB7DF08}" srcOrd="5" destOrd="0" presId="urn:microsoft.com/office/officeart/2005/8/layout/hierarchy3"/>
    <dgm:cxn modelId="{DBC2120E-5349-4119-A888-1CB8FCC7242B}" type="presParOf" srcId="{28443DBA-2BF5-43B7-BE5B-05527298EAB0}" destId="{782E233C-282F-4017-B0D7-37E2930C9C1C}" srcOrd="3" destOrd="0" presId="urn:microsoft.com/office/officeart/2005/8/layout/hierarchy3"/>
    <dgm:cxn modelId="{2F64852B-D1E5-454A-B7FE-B0E9CF6FC28D}" type="presParOf" srcId="{782E233C-282F-4017-B0D7-37E2930C9C1C}" destId="{A89647C6-0425-443E-9266-99D59A79C6AF}" srcOrd="0" destOrd="0" presId="urn:microsoft.com/office/officeart/2005/8/layout/hierarchy3"/>
    <dgm:cxn modelId="{AE3FE666-14D3-44F2-9571-D9F3AD5A51E0}" type="presParOf" srcId="{A89647C6-0425-443E-9266-99D59A79C6AF}" destId="{73507C1E-1D72-4B0C-BE7F-1030C22300B2}" srcOrd="0" destOrd="0" presId="urn:microsoft.com/office/officeart/2005/8/layout/hierarchy3"/>
    <dgm:cxn modelId="{215B3EE1-6C95-4008-BD36-30DA82124516}" type="presParOf" srcId="{A89647C6-0425-443E-9266-99D59A79C6AF}" destId="{89E60C5C-C529-4CC7-A9C9-FCD8F7854216}" srcOrd="1" destOrd="0" presId="urn:microsoft.com/office/officeart/2005/8/layout/hierarchy3"/>
    <dgm:cxn modelId="{AE55E03C-E97B-4FA5-864C-710BD2440E58}" type="presParOf" srcId="{782E233C-282F-4017-B0D7-37E2930C9C1C}" destId="{05D3C733-CE1A-479E-8822-04B02DE80594}" srcOrd="1" destOrd="0" presId="urn:microsoft.com/office/officeart/2005/8/layout/hierarchy3"/>
    <dgm:cxn modelId="{0CAB4128-1B16-4962-ADDB-2D97CF806D24}" type="presParOf" srcId="{05D3C733-CE1A-479E-8822-04B02DE80594}" destId="{D213E92C-F73A-4181-8EAE-BD7C70EEB6B3}" srcOrd="0" destOrd="0" presId="urn:microsoft.com/office/officeart/2005/8/layout/hierarchy3"/>
    <dgm:cxn modelId="{CB42D4E4-266C-4245-9E12-A55045887355}" type="presParOf" srcId="{05D3C733-CE1A-479E-8822-04B02DE80594}" destId="{516C8C8A-FC80-468C-925B-F97C0051196E}" srcOrd="1" destOrd="0" presId="urn:microsoft.com/office/officeart/2005/8/layout/hierarchy3"/>
    <dgm:cxn modelId="{BAF75A5A-DAA6-4742-9A96-4F842FAF4D88}" type="presParOf" srcId="{05D3C733-CE1A-479E-8822-04B02DE80594}" destId="{1D7CD356-0674-45D3-945A-D31E2FB8C026}" srcOrd="2" destOrd="0" presId="urn:microsoft.com/office/officeart/2005/8/layout/hierarchy3"/>
    <dgm:cxn modelId="{4323AE9B-63BA-49D8-B6F6-D233FEB1252D}" type="presParOf" srcId="{05D3C733-CE1A-479E-8822-04B02DE80594}" destId="{6848CF10-8531-4069-B063-7573CACE2665}" srcOrd="3" destOrd="0" presId="urn:microsoft.com/office/officeart/2005/8/layout/hierarchy3"/>
    <dgm:cxn modelId="{2E29B2E5-9A11-4F06-B528-347980C9268B}" type="presParOf" srcId="{05D3C733-CE1A-479E-8822-04B02DE80594}" destId="{52A5B738-C5E7-4EAA-8967-9EB469EE7B4D}" srcOrd="4" destOrd="0" presId="urn:microsoft.com/office/officeart/2005/8/layout/hierarchy3"/>
    <dgm:cxn modelId="{C7084183-C6B9-4C77-B734-594FB48A95A9}" type="presParOf" srcId="{05D3C733-CE1A-479E-8822-04B02DE80594}" destId="{8CB86496-D062-4090-8A90-86FAB3F4D2FA}"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1EF530-5B11-414D-8B0A-5229EAA40B83}" type="doc">
      <dgm:prSet loTypeId="urn:microsoft.com/office/officeart/2005/8/layout/hierarchy3" loCatId="hierarchy" qsTypeId="urn:microsoft.com/office/officeart/2005/8/quickstyle/simple1" qsCatId="simple" csTypeId="urn:microsoft.com/office/officeart/2005/8/colors/colorful5" csCatId="colorful"/>
      <dgm:spPr/>
      <dgm:t>
        <a:bodyPr/>
        <a:lstStyle/>
        <a:p>
          <a:endParaRPr lang="fr-FR"/>
        </a:p>
      </dgm:t>
    </dgm:pt>
    <dgm:pt modelId="{DB75A64B-BF30-4180-A451-085256631600}">
      <dgm:prSet/>
      <dgm:spPr/>
      <dgm:t>
        <a:bodyPr/>
        <a:lstStyle/>
        <a:p>
          <a:r>
            <a:rPr lang="en-US" b="1"/>
            <a:t>Main KPI</a:t>
          </a:r>
          <a:endParaRPr lang="fr-FR"/>
        </a:p>
      </dgm:t>
    </dgm:pt>
    <dgm:pt modelId="{A2BB8185-1B1B-477A-8FE6-8F658A9C5B0D}" type="parTrans" cxnId="{628CB1E4-A34D-4FF1-90BC-C9EBDAE05ABD}">
      <dgm:prSet/>
      <dgm:spPr/>
      <dgm:t>
        <a:bodyPr/>
        <a:lstStyle/>
        <a:p>
          <a:endParaRPr lang="fr-FR"/>
        </a:p>
      </dgm:t>
    </dgm:pt>
    <dgm:pt modelId="{BA21B4EB-22E4-43AB-9D81-C7CAC0C071FE}" type="sibTrans" cxnId="{628CB1E4-A34D-4FF1-90BC-C9EBDAE05ABD}">
      <dgm:prSet/>
      <dgm:spPr/>
      <dgm:t>
        <a:bodyPr/>
        <a:lstStyle/>
        <a:p>
          <a:endParaRPr lang="fr-FR"/>
        </a:p>
      </dgm:t>
    </dgm:pt>
    <dgm:pt modelId="{C63DFD3C-DFCB-4E51-8B2F-00B15CEEEF8D}">
      <dgm:prSet/>
      <dgm:spPr/>
      <dgm:t>
        <a:bodyPr/>
        <a:lstStyle/>
        <a:p>
          <a:r>
            <a:rPr lang="en-US"/>
            <a:t>Total skills: </a:t>
          </a:r>
          <a:r>
            <a:rPr lang="en-US" b="1"/>
            <a:t>2,448</a:t>
          </a:r>
          <a:endParaRPr lang="fr-FR"/>
        </a:p>
      </dgm:t>
    </dgm:pt>
    <dgm:pt modelId="{5D58F649-F777-4465-ADDC-4D68562AAAB3}" type="parTrans" cxnId="{A84998EC-78FC-42BC-8481-C54AE4EF8896}">
      <dgm:prSet/>
      <dgm:spPr/>
      <dgm:t>
        <a:bodyPr/>
        <a:lstStyle/>
        <a:p>
          <a:endParaRPr lang="fr-FR"/>
        </a:p>
      </dgm:t>
    </dgm:pt>
    <dgm:pt modelId="{188AE763-0459-4A69-BA39-312C910C7707}" type="sibTrans" cxnId="{A84998EC-78FC-42BC-8481-C54AE4EF8896}">
      <dgm:prSet/>
      <dgm:spPr/>
      <dgm:t>
        <a:bodyPr/>
        <a:lstStyle/>
        <a:p>
          <a:endParaRPr lang="fr-FR"/>
        </a:p>
      </dgm:t>
    </dgm:pt>
    <dgm:pt modelId="{8AFAD40C-2A71-4821-8F59-E96F51EC5E1C}">
      <dgm:prSet/>
      <dgm:spPr/>
      <dgm:t>
        <a:bodyPr/>
        <a:lstStyle/>
        <a:p>
          <a:r>
            <a:rPr lang="en-US" b="1"/>
            <a:t>Available Filters</a:t>
          </a:r>
          <a:endParaRPr lang="fr-FR"/>
        </a:p>
      </dgm:t>
    </dgm:pt>
    <dgm:pt modelId="{06FEAD2A-C362-4423-AFA4-22DB716D7552}" type="parTrans" cxnId="{CC287281-1D82-451F-B74D-FC4593656207}">
      <dgm:prSet/>
      <dgm:spPr/>
      <dgm:t>
        <a:bodyPr/>
        <a:lstStyle/>
        <a:p>
          <a:endParaRPr lang="fr-FR"/>
        </a:p>
      </dgm:t>
    </dgm:pt>
    <dgm:pt modelId="{F7F6E840-C150-4F4C-ACF1-567F4F377129}" type="sibTrans" cxnId="{CC287281-1D82-451F-B74D-FC4593656207}">
      <dgm:prSet/>
      <dgm:spPr/>
      <dgm:t>
        <a:bodyPr/>
        <a:lstStyle/>
        <a:p>
          <a:endParaRPr lang="fr-FR"/>
        </a:p>
      </dgm:t>
    </dgm:pt>
    <dgm:pt modelId="{22644054-EEB0-496F-B1E4-BCE5DB8A18A6}">
      <dgm:prSet/>
      <dgm:spPr/>
      <dgm:t>
        <a:bodyPr/>
        <a:lstStyle/>
        <a:p>
          <a:r>
            <a:rPr lang="en-US"/>
            <a:t>Search Courses</a:t>
          </a:r>
          <a:endParaRPr lang="fr-FR"/>
        </a:p>
      </dgm:t>
    </dgm:pt>
    <dgm:pt modelId="{9415EB51-74EC-48E6-92CF-737BEE6359FC}" type="parTrans" cxnId="{433935A1-4706-46EC-A01B-BA9384F2C6C0}">
      <dgm:prSet/>
      <dgm:spPr/>
      <dgm:t>
        <a:bodyPr/>
        <a:lstStyle/>
        <a:p>
          <a:endParaRPr lang="fr-FR"/>
        </a:p>
      </dgm:t>
    </dgm:pt>
    <dgm:pt modelId="{A4CE9DCC-F36A-434D-AE74-E9A851205AF1}" type="sibTrans" cxnId="{433935A1-4706-46EC-A01B-BA9384F2C6C0}">
      <dgm:prSet/>
      <dgm:spPr/>
      <dgm:t>
        <a:bodyPr/>
        <a:lstStyle/>
        <a:p>
          <a:endParaRPr lang="fr-FR"/>
        </a:p>
      </dgm:t>
    </dgm:pt>
    <dgm:pt modelId="{9A67B089-1BAD-4D9E-B416-C82BCD3CAF70}">
      <dgm:prSet/>
      <dgm:spPr/>
      <dgm:t>
        <a:bodyPr/>
        <a:lstStyle/>
        <a:p>
          <a:r>
            <a:rPr lang="en-US"/>
            <a:t>Search Skills</a:t>
          </a:r>
          <a:endParaRPr lang="fr-FR"/>
        </a:p>
      </dgm:t>
    </dgm:pt>
    <dgm:pt modelId="{9DD2F04F-3C75-4E05-919F-A243C3737B33}" type="parTrans" cxnId="{E34EAF18-26D1-4088-AEBC-DA9CED360A5A}">
      <dgm:prSet/>
      <dgm:spPr/>
      <dgm:t>
        <a:bodyPr/>
        <a:lstStyle/>
        <a:p>
          <a:endParaRPr lang="fr-FR"/>
        </a:p>
      </dgm:t>
    </dgm:pt>
    <dgm:pt modelId="{171265AF-C35D-4C29-A55B-C8ED570200D5}" type="sibTrans" cxnId="{E34EAF18-26D1-4088-AEBC-DA9CED360A5A}">
      <dgm:prSet/>
      <dgm:spPr/>
      <dgm:t>
        <a:bodyPr/>
        <a:lstStyle/>
        <a:p>
          <a:endParaRPr lang="fr-FR"/>
        </a:p>
      </dgm:t>
    </dgm:pt>
    <dgm:pt modelId="{E91A64AC-BE56-40C2-B0A8-E1DF81BC2FB0}">
      <dgm:prSet/>
      <dgm:spPr/>
      <dgm:t>
        <a:bodyPr/>
        <a:lstStyle/>
        <a:p>
          <a:r>
            <a:rPr lang="en-US"/>
            <a:t>Search Instructors</a:t>
          </a:r>
          <a:endParaRPr lang="fr-FR"/>
        </a:p>
      </dgm:t>
    </dgm:pt>
    <dgm:pt modelId="{7701D0C3-33F7-46D4-94E5-3BCFA38304BE}" type="parTrans" cxnId="{6145494A-67A0-46AC-B390-D56513B36DDC}">
      <dgm:prSet/>
      <dgm:spPr/>
      <dgm:t>
        <a:bodyPr/>
        <a:lstStyle/>
        <a:p>
          <a:endParaRPr lang="fr-FR"/>
        </a:p>
      </dgm:t>
    </dgm:pt>
    <dgm:pt modelId="{D1C989FB-C4D2-4DA7-955B-493B69224D3E}" type="sibTrans" cxnId="{6145494A-67A0-46AC-B390-D56513B36DDC}">
      <dgm:prSet/>
      <dgm:spPr/>
      <dgm:t>
        <a:bodyPr/>
        <a:lstStyle/>
        <a:p>
          <a:endParaRPr lang="fr-FR"/>
        </a:p>
      </dgm:t>
    </dgm:pt>
    <dgm:pt modelId="{B6674E05-25E4-44D4-871C-7D627672A11D}">
      <dgm:prSet/>
      <dgm:spPr/>
      <dgm:t>
        <a:bodyPr/>
        <a:lstStyle/>
        <a:p>
          <a:r>
            <a:rPr lang="en-US"/>
            <a:t>Category Filter </a:t>
          </a:r>
          <a:endParaRPr lang="fr-FR"/>
        </a:p>
      </dgm:t>
    </dgm:pt>
    <dgm:pt modelId="{3019B801-8B6A-4F9B-9A1F-5A029218DA97}" type="parTrans" cxnId="{E486F52B-8964-4812-8B23-A33C8F44AD38}">
      <dgm:prSet/>
      <dgm:spPr/>
      <dgm:t>
        <a:bodyPr/>
        <a:lstStyle/>
        <a:p>
          <a:endParaRPr lang="fr-FR"/>
        </a:p>
      </dgm:t>
    </dgm:pt>
    <dgm:pt modelId="{093E56B4-5DC1-49B3-A662-99DAE112D133}" type="sibTrans" cxnId="{E486F52B-8964-4812-8B23-A33C8F44AD38}">
      <dgm:prSet/>
      <dgm:spPr/>
      <dgm:t>
        <a:bodyPr/>
        <a:lstStyle/>
        <a:p>
          <a:endParaRPr lang="fr-FR"/>
        </a:p>
      </dgm:t>
    </dgm:pt>
    <dgm:pt modelId="{9C7B8B8A-380F-4418-886B-4AD14C103A67}">
      <dgm:prSet/>
      <dgm:spPr/>
      <dgm:t>
        <a:bodyPr/>
        <a:lstStyle/>
        <a:p>
          <a:r>
            <a:rPr lang="en-US" b="1"/>
            <a:t>Courses with the Highest Number of Skills</a:t>
          </a:r>
          <a:endParaRPr lang="fr-FR"/>
        </a:p>
      </dgm:t>
    </dgm:pt>
    <dgm:pt modelId="{B9003A67-AA72-484D-B43D-98370AEEAAD7}" type="parTrans" cxnId="{350FA2A3-7F75-457B-93D5-9D43F3C9C2B5}">
      <dgm:prSet/>
      <dgm:spPr/>
      <dgm:t>
        <a:bodyPr/>
        <a:lstStyle/>
        <a:p>
          <a:endParaRPr lang="fr-FR"/>
        </a:p>
      </dgm:t>
    </dgm:pt>
    <dgm:pt modelId="{AF6BBBBA-D25D-49F4-AB9C-3E4B6BCFB4C9}" type="sibTrans" cxnId="{350FA2A3-7F75-457B-93D5-9D43F3C9C2B5}">
      <dgm:prSet/>
      <dgm:spPr/>
      <dgm:t>
        <a:bodyPr/>
        <a:lstStyle/>
        <a:p>
          <a:endParaRPr lang="fr-FR"/>
        </a:p>
      </dgm:t>
    </dgm:pt>
    <dgm:pt modelId="{CEE0C0BA-9DB4-4C74-BC57-4C765ABD3875}">
      <dgm:prSet/>
      <dgm:spPr/>
      <dgm:t>
        <a:bodyPr/>
        <a:lstStyle/>
        <a:p>
          <a:r>
            <a:rPr lang="en-US" dirty="0"/>
            <a:t>Top 9 courses → </a:t>
          </a:r>
          <a:r>
            <a:rPr lang="en-US" b="1" dirty="0"/>
            <a:t>22 skills each</a:t>
          </a:r>
          <a:endParaRPr lang="fr-FR" dirty="0"/>
        </a:p>
      </dgm:t>
    </dgm:pt>
    <dgm:pt modelId="{98216AA2-7DEC-46B5-8492-DB0A5F577124}" type="parTrans" cxnId="{66FD931B-D3F5-470F-8C74-1A7DBE862EE6}">
      <dgm:prSet/>
      <dgm:spPr/>
      <dgm:t>
        <a:bodyPr/>
        <a:lstStyle/>
        <a:p>
          <a:endParaRPr lang="fr-FR"/>
        </a:p>
      </dgm:t>
    </dgm:pt>
    <dgm:pt modelId="{55176F76-A34C-4893-A185-40883A10D1FF}" type="sibTrans" cxnId="{66FD931B-D3F5-470F-8C74-1A7DBE862EE6}">
      <dgm:prSet/>
      <dgm:spPr/>
      <dgm:t>
        <a:bodyPr/>
        <a:lstStyle/>
        <a:p>
          <a:endParaRPr lang="fr-FR"/>
        </a:p>
      </dgm:t>
    </dgm:pt>
    <dgm:pt modelId="{033F9148-355E-4863-853A-3773773655CC}">
      <dgm:prSet/>
      <dgm:spPr/>
      <dgm:t>
        <a:bodyPr/>
        <a:lstStyle/>
        <a:p>
          <a:r>
            <a:rPr lang="en-US"/>
            <a:t>Next 7 courses → </a:t>
          </a:r>
          <a:r>
            <a:rPr lang="en-US" b="1"/>
            <a:t>21 skills each</a:t>
          </a:r>
          <a:endParaRPr lang="fr-FR"/>
        </a:p>
      </dgm:t>
    </dgm:pt>
    <dgm:pt modelId="{452BB5AD-D6DF-4F28-83AC-0C3AA8F9535C}" type="parTrans" cxnId="{B343D3FD-B04B-492E-A1B3-C466CA2A2304}">
      <dgm:prSet/>
      <dgm:spPr/>
      <dgm:t>
        <a:bodyPr/>
        <a:lstStyle/>
        <a:p>
          <a:endParaRPr lang="fr-FR"/>
        </a:p>
      </dgm:t>
    </dgm:pt>
    <dgm:pt modelId="{C99438EF-7147-4310-95C0-EDB8E8235ADB}" type="sibTrans" cxnId="{B343D3FD-B04B-492E-A1B3-C466CA2A2304}">
      <dgm:prSet/>
      <dgm:spPr/>
      <dgm:t>
        <a:bodyPr/>
        <a:lstStyle/>
        <a:p>
          <a:endParaRPr lang="fr-FR"/>
        </a:p>
      </dgm:t>
    </dgm:pt>
    <dgm:pt modelId="{A82FBF2F-1856-40D3-BC12-C37E84C71E98}">
      <dgm:prSet/>
      <dgm:spPr/>
      <dgm:t>
        <a:bodyPr/>
        <a:lstStyle/>
        <a:p>
          <a:r>
            <a:rPr lang="en-US" b="1"/>
            <a:t>Top  Categories by number of skills</a:t>
          </a:r>
          <a:endParaRPr lang="fr-FR"/>
        </a:p>
      </dgm:t>
    </dgm:pt>
    <dgm:pt modelId="{6D7CA505-63D7-4752-926E-F22C56F06980}" type="parTrans" cxnId="{E5A35514-2DA2-4AF5-A022-C7EB8FD04689}">
      <dgm:prSet/>
      <dgm:spPr/>
      <dgm:t>
        <a:bodyPr/>
        <a:lstStyle/>
        <a:p>
          <a:endParaRPr lang="fr-FR"/>
        </a:p>
      </dgm:t>
    </dgm:pt>
    <dgm:pt modelId="{B28FDA7B-188D-445D-9CF1-A1AE11411B05}" type="sibTrans" cxnId="{E5A35514-2DA2-4AF5-A022-C7EB8FD04689}">
      <dgm:prSet/>
      <dgm:spPr/>
      <dgm:t>
        <a:bodyPr/>
        <a:lstStyle/>
        <a:p>
          <a:endParaRPr lang="fr-FR"/>
        </a:p>
      </dgm:t>
    </dgm:pt>
    <dgm:pt modelId="{1778840E-5126-4663-98E6-273153F45E52}">
      <dgm:prSet/>
      <dgm:spPr/>
      <dgm:t>
        <a:bodyPr/>
        <a:lstStyle/>
        <a:p>
          <a:r>
            <a:rPr lang="en-US"/>
            <a:t>Business → </a:t>
          </a:r>
          <a:r>
            <a:rPr lang="en-US" b="1"/>
            <a:t>1,149 skills</a:t>
          </a:r>
          <a:endParaRPr lang="fr-FR"/>
        </a:p>
      </dgm:t>
    </dgm:pt>
    <dgm:pt modelId="{35564153-7080-4F8B-B269-2DDC12D861C0}" type="parTrans" cxnId="{0C81C010-3A21-45BA-818E-EB360FE29C07}">
      <dgm:prSet/>
      <dgm:spPr/>
      <dgm:t>
        <a:bodyPr/>
        <a:lstStyle/>
        <a:p>
          <a:endParaRPr lang="fr-FR"/>
        </a:p>
      </dgm:t>
    </dgm:pt>
    <dgm:pt modelId="{7182E5AC-D4B6-4E5D-B1C0-03EF22C0CE63}" type="sibTrans" cxnId="{0C81C010-3A21-45BA-818E-EB360FE29C07}">
      <dgm:prSet/>
      <dgm:spPr/>
      <dgm:t>
        <a:bodyPr/>
        <a:lstStyle/>
        <a:p>
          <a:endParaRPr lang="fr-FR"/>
        </a:p>
      </dgm:t>
    </dgm:pt>
    <dgm:pt modelId="{F37719D4-5EBA-4412-B795-45A05F87BD93}">
      <dgm:prSet/>
      <dgm:spPr/>
      <dgm:t>
        <a:bodyPr/>
        <a:lstStyle/>
        <a:p>
          <a:r>
            <a:rPr lang="en-US"/>
            <a:t>Health → </a:t>
          </a:r>
          <a:r>
            <a:rPr lang="en-US" b="1"/>
            <a:t>1,082 skills</a:t>
          </a:r>
          <a:endParaRPr lang="fr-FR"/>
        </a:p>
      </dgm:t>
    </dgm:pt>
    <dgm:pt modelId="{3622A69C-AB2B-4F63-928B-F849D8ED995F}" type="parTrans" cxnId="{9D24BFAF-0EB9-4AC4-88B1-4DB467FE5B7B}">
      <dgm:prSet/>
      <dgm:spPr/>
      <dgm:t>
        <a:bodyPr/>
        <a:lstStyle/>
        <a:p>
          <a:endParaRPr lang="fr-FR"/>
        </a:p>
      </dgm:t>
    </dgm:pt>
    <dgm:pt modelId="{21B6F8A7-5253-46C7-98E4-9BFEE4E5B27E}" type="sibTrans" cxnId="{9D24BFAF-0EB9-4AC4-88B1-4DB467FE5B7B}">
      <dgm:prSet/>
      <dgm:spPr/>
      <dgm:t>
        <a:bodyPr/>
        <a:lstStyle/>
        <a:p>
          <a:endParaRPr lang="fr-FR"/>
        </a:p>
      </dgm:t>
    </dgm:pt>
    <dgm:pt modelId="{2F62F8B8-6BE3-474D-BEC5-5D9315A79EDF}">
      <dgm:prSet/>
      <dgm:spPr/>
      <dgm:t>
        <a:bodyPr/>
        <a:lstStyle/>
        <a:p>
          <a:r>
            <a:rPr lang="en-US"/>
            <a:t>Computer Science → </a:t>
          </a:r>
          <a:r>
            <a:rPr lang="en-US" b="1"/>
            <a:t>1,064 skills</a:t>
          </a:r>
          <a:endParaRPr lang="fr-FR"/>
        </a:p>
      </dgm:t>
    </dgm:pt>
    <dgm:pt modelId="{67C8AE98-23A0-4CE5-9632-6C7A7CC4214B}" type="parTrans" cxnId="{95B9B5E1-4285-4688-AE98-BBDCFCE32356}">
      <dgm:prSet/>
      <dgm:spPr/>
      <dgm:t>
        <a:bodyPr/>
        <a:lstStyle/>
        <a:p>
          <a:endParaRPr lang="fr-FR"/>
        </a:p>
      </dgm:t>
    </dgm:pt>
    <dgm:pt modelId="{18D63952-906C-4424-8E5F-74B29A0C841D}" type="sibTrans" cxnId="{95B9B5E1-4285-4688-AE98-BBDCFCE32356}">
      <dgm:prSet/>
      <dgm:spPr/>
      <dgm:t>
        <a:bodyPr/>
        <a:lstStyle/>
        <a:p>
          <a:endParaRPr lang="fr-FR"/>
        </a:p>
      </dgm:t>
    </dgm:pt>
    <dgm:pt modelId="{C169692E-D1DD-44B6-BCCF-A88BC444C946}">
      <dgm:prSet/>
      <dgm:spPr/>
      <dgm:t>
        <a:bodyPr/>
        <a:lstStyle/>
        <a:p>
          <a:r>
            <a:rPr lang="en-US" b="1"/>
            <a:t>Top Instructors by Number of Skills</a:t>
          </a:r>
          <a:endParaRPr lang="fr-FR"/>
        </a:p>
      </dgm:t>
    </dgm:pt>
    <dgm:pt modelId="{E48A31ED-CA3A-44FC-9DA7-6DE953AC6564}" type="parTrans" cxnId="{8379F7AF-1845-4211-AB1C-A2B331C8AE10}">
      <dgm:prSet/>
      <dgm:spPr/>
      <dgm:t>
        <a:bodyPr/>
        <a:lstStyle/>
        <a:p>
          <a:endParaRPr lang="fr-FR"/>
        </a:p>
      </dgm:t>
    </dgm:pt>
    <dgm:pt modelId="{71D80774-83FA-4C84-8D5D-4B437F57E2A5}" type="sibTrans" cxnId="{8379F7AF-1845-4211-AB1C-A2B331C8AE10}">
      <dgm:prSet/>
      <dgm:spPr/>
      <dgm:t>
        <a:bodyPr/>
        <a:lstStyle/>
        <a:p>
          <a:endParaRPr lang="fr-FR"/>
        </a:p>
      </dgm:t>
    </dgm:pt>
    <dgm:pt modelId="{F23BB44E-5CB9-40F3-8E8B-630BD13048B6}">
      <dgm:prSet/>
      <dgm:spPr/>
      <dgm:t>
        <a:bodyPr/>
        <a:lstStyle/>
        <a:p>
          <a:r>
            <a:rPr lang="en-US"/>
            <a:t>Instructor ID </a:t>
          </a:r>
          <a:r>
            <a:rPr lang="en-US" b="1"/>
            <a:t>158375127</a:t>
          </a:r>
          <a:r>
            <a:rPr lang="en-US"/>
            <a:t> → </a:t>
          </a:r>
          <a:r>
            <a:rPr lang="en-US" b="1"/>
            <a:t>847 skills</a:t>
          </a:r>
          <a:endParaRPr lang="fr-FR"/>
        </a:p>
      </dgm:t>
    </dgm:pt>
    <dgm:pt modelId="{6B4ADE56-01FA-4D83-AA02-4B21BA5B1659}" type="parTrans" cxnId="{271CC47B-870F-4F67-9C1E-BF6306ADE509}">
      <dgm:prSet/>
      <dgm:spPr/>
      <dgm:t>
        <a:bodyPr/>
        <a:lstStyle/>
        <a:p>
          <a:endParaRPr lang="fr-FR"/>
        </a:p>
      </dgm:t>
    </dgm:pt>
    <dgm:pt modelId="{42E9DAFD-F1AF-44D3-BF6D-DDAB26F89D96}" type="sibTrans" cxnId="{271CC47B-870F-4F67-9C1E-BF6306ADE509}">
      <dgm:prSet/>
      <dgm:spPr/>
      <dgm:t>
        <a:bodyPr/>
        <a:lstStyle/>
        <a:p>
          <a:endParaRPr lang="fr-FR"/>
        </a:p>
      </dgm:t>
    </dgm:pt>
    <dgm:pt modelId="{EF7DC739-51C1-4A19-B4FF-5ABAA270B84B}">
      <dgm:prSet/>
      <dgm:spPr/>
      <dgm:t>
        <a:bodyPr/>
        <a:lstStyle/>
        <a:p>
          <a:r>
            <a:rPr lang="en-US"/>
            <a:t>Instructor ID </a:t>
          </a:r>
          <a:r>
            <a:rPr lang="en-US" b="1"/>
            <a:t>141793623</a:t>
          </a:r>
          <a:r>
            <a:rPr lang="en-US"/>
            <a:t> → </a:t>
          </a:r>
          <a:r>
            <a:rPr lang="en-US" b="1"/>
            <a:t>804 skills</a:t>
          </a:r>
          <a:endParaRPr lang="fr-FR"/>
        </a:p>
      </dgm:t>
    </dgm:pt>
    <dgm:pt modelId="{0B544A48-37D2-4D4A-8E86-3537B38129D8}" type="parTrans" cxnId="{9B372E46-1C8A-449A-BA10-54861BD25428}">
      <dgm:prSet/>
      <dgm:spPr/>
      <dgm:t>
        <a:bodyPr/>
        <a:lstStyle/>
        <a:p>
          <a:endParaRPr lang="fr-FR"/>
        </a:p>
      </dgm:t>
    </dgm:pt>
    <dgm:pt modelId="{9D061228-9892-4E2C-931C-6BB460228C8E}" type="sibTrans" cxnId="{9B372E46-1C8A-449A-BA10-54861BD25428}">
      <dgm:prSet/>
      <dgm:spPr/>
      <dgm:t>
        <a:bodyPr/>
        <a:lstStyle/>
        <a:p>
          <a:endParaRPr lang="fr-FR"/>
        </a:p>
      </dgm:t>
    </dgm:pt>
    <dgm:pt modelId="{F8070B79-E76D-4A8F-B96F-090FDB4DF7F9}">
      <dgm:prSet/>
      <dgm:spPr/>
      <dgm:t>
        <a:bodyPr/>
        <a:lstStyle/>
        <a:p>
          <a:r>
            <a:rPr lang="en-US"/>
            <a:t>Microsoft → </a:t>
          </a:r>
          <a:r>
            <a:rPr lang="en-US" b="1"/>
            <a:t>525 skills</a:t>
          </a:r>
          <a:endParaRPr lang="fr-FR"/>
        </a:p>
      </dgm:t>
    </dgm:pt>
    <dgm:pt modelId="{00E7DB61-C291-42EC-8076-7542A299D390}" type="parTrans" cxnId="{824307CE-BC9C-493C-BCDD-591058EA0D9B}">
      <dgm:prSet/>
      <dgm:spPr/>
      <dgm:t>
        <a:bodyPr/>
        <a:lstStyle/>
        <a:p>
          <a:endParaRPr lang="fr-FR"/>
        </a:p>
      </dgm:t>
    </dgm:pt>
    <dgm:pt modelId="{E222A6DF-6DD2-4AF6-A07D-F5BE3DD24CDA}" type="sibTrans" cxnId="{824307CE-BC9C-493C-BCDD-591058EA0D9B}">
      <dgm:prSet/>
      <dgm:spPr/>
      <dgm:t>
        <a:bodyPr/>
        <a:lstStyle/>
        <a:p>
          <a:endParaRPr lang="fr-FR"/>
        </a:p>
      </dgm:t>
    </dgm:pt>
    <dgm:pt modelId="{5E00DBFB-B63E-47AE-9F8D-B6699B1DC7E5}" type="pres">
      <dgm:prSet presAssocID="{261EF530-5B11-414D-8B0A-5229EAA40B83}" presName="diagram" presStyleCnt="0">
        <dgm:presLayoutVars>
          <dgm:chPref val="1"/>
          <dgm:dir/>
          <dgm:animOne val="branch"/>
          <dgm:animLvl val="lvl"/>
          <dgm:resizeHandles/>
        </dgm:presLayoutVars>
      </dgm:prSet>
      <dgm:spPr/>
    </dgm:pt>
    <dgm:pt modelId="{1CDB04CE-6210-4EEA-B63B-3222BEFAA313}" type="pres">
      <dgm:prSet presAssocID="{DB75A64B-BF30-4180-A451-085256631600}" presName="root" presStyleCnt="0"/>
      <dgm:spPr/>
    </dgm:pt>
    <dgm:pt modelId="{7797D3D1-C38C-4495-A51E-BFE5A43DB6B8}" type="pres">
      <dgm:prSet presAssocID="{DB75A64B-BF30-4180-A451-085256631600}" presName="rootComposite" presStyleCnt="0"/>
      <dgm:spPr/>
    </dgm:pt>
    <dgm:pt modelId="{E805B40A-6721-4249-BC15-B3E43FBFBC5E}" type="pres">
      <dgm:prSet presAssocID="{DB75A64B-BF30-4180-A451-085256631600}" presName="rootText" presStyleLbl="node1" presStyleIdx="0" presStyleCnt="5"/>
      <dgm:spPr/>
    </dgm:pt>
    <dgm:pt modelId="{A7EBC825-C69C-40DF-90C4-F1FE0D9426E1}" type="pres">
      <dgm:prSet presAssocID="{DB75A64B-BF30-4180-A451-085256631600}" presName="rootConnector" presStyleLbl="node1" presStyleIdx="0" presStyleCnt="5"/>
      <dgm:spPr/>
    </dgm:pt>
    <dgm:pt modelId="{0311EF08-CE08-4B1F-9F59-E10E41D2BEE0}" type="pres">
      <dgm:prSet presAssocID="{DB75A64B-BF30-4180-A451-085256631600}" presName="childShape" presStyleCnt="0"/>
      <dgm:spPr/>
    </dgm:pt>
    <dgm:pt modelId="{4E20D714-488E-4634-8CF5-6750B939762E}" type="pres">
      <dgm:prSet presAssocID="{5D58F649-F777-4465-ADDC-4D68562AAAB3}" presName="Name13" presStyleLbl="parChTrans1D2" presStyleIdx="0" presStyleCnt="13"/>
      <dgm:spPr/>
    </dgm:pt>
    <dgm:pt modelId="{8846096F-A327-4372-861F-18DAB3CDEBE9}" type="pres">
      <dgm:prSet presAssocID="{C63DFD3C-DFCB-4E51-8B2F-00B15CEEEF8D}" presName="childText" presStyleLbl="bgAcc1" presStyleIdx="0" presStyleCnt="13">
        <dgm:presLayoutVars>
          <dgm:bulletEnabled val="1"/>
        </dgm:presLayoutVars>
      </dgm:prSet>
      <dgm:spPr/>
    </dgm:pt>
    <dgm:pt modelId="{7B7E7714-EC26-460A-B65E-984A4ACB3F07}" type="pres">
      <dgm:prSet presAssocID="{8AFAD40C-2A71-4821-8F59-E96F51EC5E1C}" presName="root" presStyleCnt="0"/>
      <dgm:spPr/>
    </dgm:pt>
    <dgm:pt modelId="{8CE8E086-4E12-4B98-9422-AD382FB6E62E}" type="pres">
      <dgm:prSet presAssocID="{8AFAD40C-2A71-4821-8F59-E96F51EC5E1C}" presName="rootComposite" presStyleCnt="0"/>
      <dgm:spPr/>
    </dgm:pt>
    <dgm:pt modelId="{5714C1A0-4707-4969-BCC5-D9EC19382194}" type="pres">
      <dgm:prSet presAssocID="{8AFAD40C-2A71-4821-8F59-E96F51EC5E1C}" presName="rootText" presStyleLbl="node1" presStyleIdx="1" presStyleCnt="5"/>
      <dgm:spPr/>
    </dgm:pt>
    <dgm:pt modelId="{33679E02-B3A3-41A3-82BF-CCB66BB6B65B}" type="pres">
      <dgm:prSet presAssocID="{8AFAD40C-2A71-4821-8F59-E96F51EC5E1C}" presName="rootConnector" presStyleLbl="node1" presStyleIdx="1" presStyleCnt="5"/>
      <dgm:spPr/>
    </dgm:pt>
    <dgm:pt modelId="{6E4C3BA4-C38A-4B6A-A6A2-68B31A0571D2}" type="pres">
      <dgm:prSet presAssocID="{8AFAD40C-2A71-4821-8F59-E96F51EC5E1C}" presName="childShape" presStyleCnt="0"/>
      <dgm:spPr/>
    </dgm:pt>
    <dgm:pt modelId="{7AA86BA6-933B-405E-A720-6C9B9CD3B4A1}" type="pres">
      <dgm:prSet presAssocID="{9415EB51-74EC-48E6-92CF-737BEE6359FC}" presName="Name13" presStyleLbl="parChTrans1D2" presStyleIdx="1" presStyleCnt="13"/>
      <dgm:spPr/>
    </dgm:pt>
    <dgm:pt modelId="{0470EBA3-0A39-4B80-8189-CD25BF6A3B6B}" type="pres">
      <dgm:prSet presAssocID="{22644054-EEB0-496F-B1E4-BCE5DB8A18A6}" presName="childText" presStyleLbl="bgAcc1" presStyleIdx="1" presStyleCnt="13">
        <dgm:presLayoutVars>
          <dgm:bulletEnabled val="1"/>
        </dgm:presLayoutVars>
      </dgm:prSet>
      <dgm:spPr/>
    </dgm:pt>
    <dgm:pt modelId="{C600AB42-227F-47CC-8EE2-517AF2F55E53}" type="pres">
      <dgm:prSet presAssocID="{9DD2F04F-3C75-4E05-919F-A243C3737B33}" presName="Name13" presStyleLbl="parChTrans1D2" presStyleIdx="2" presStyleCnt="13"/>
      <dgm:spPr/>
    </dgm:pt>
    <dgm:pt modelId="{30F15696-7AE3-41C4-B0C2-0D472079E9C1}" type="pres">
      <dgm:prSet presAssocID="{9A67B089-1BAD-4D9E-B416-C82BCD3CAF70}" presName="childText" presStyleLbl="bgAcc1" presStyleIdx="2" presStyleCnt="13">
        <dgm:presLayoutVars>
          <dgm:bulletEnabled val="1"/>
        </dgm:presLayoutVars>
      </dgm:prSet>
      <dgm:spPr/>
    </dgm:pt>
    <dgm:pt modelId="{F05B440A-65B7-4020-91D9-87DBA1F6F470}" type="pres">
      <dgm:prSet presAssocID="{7701D0C3-33F7-46D4-94E5-3BCFA38304BE}" presName="Name13" presStyleLbl="parChTrans1D2" presStyleIdx="3" presStyleCnt="13"/>
      <dgm:spPr/>
    </dgm:pt>
    <dgm:pt modelId="{B4450772-00C0-4EEE-ACD8-87ADCA62EA93}" type="pres">
      <dgm:prSet presAssocID="{E91A64AC-BE56-40C2-B0A8-E1DF81BC2FB0}" presName="childText" presStyleLbl="bgAcc1" presStyleIdx="3" presStyleCnt="13">
        <dgm:presLayoutVars>
          <dgm:bulletEnabled val="1"/>
        </dgm:presLayoutVars>
      </dgm:prSet>
      <dgm:spPr/>
    </dgm:pt>
    <dgm:pt modelId="{0B8BC961-6288-4892-B586-EFEC75734B63}" type="pres">
      <dgm:prSet presAssocID="{3019B801-8B6A-4F9B-9A1F-5A029218DA97}" presName="Name13" presStyleLbl="parChTrans1D2" presStyleIdx="4" presStyleCnt="13"/>
      <dgm:spPr/>
    </dgm:pt>
    <dgm:pt modelId="{B50245E8-ED4D-4D45-B803-D2C88CB96AF5}" type="pres">
      <dgm:prSet presAssocID="{B6674E05-25E4-44D4-871C-7D627672A11D}" presName="childText" presStyleLbl="bgAcc1" presStyleIdx="4" presStyleCnt="13">
        <dgm:presLayoutVars>
          <dgm:bulletEnabled val="1"/>
        </dgm:presLayoutVars>
      </dgm:prSet>
      <dgm:spPr/>
    </dgm:pt>
    <dgm:pt modelId="{D47332B3-7FEA-4E6D-AE98-161495C62C48}" type="pres">
      <dgm:prSet presAssocID="{9C7B8B8A-380F-4418-886B-4AD14C103A67}" presName="root" presStyleCnt="0"/>
      <dgm:spPr/>
    </dgm:pt>
    <dgm:pt modelId="{AF903D02-513F-48E6-BE0B-67094730E2FA}" type="pres">
      <dgm:prSet presAssocID="{9C7B8B8A-380F-4418-886B-4AD14C103A67}" presName="rootComposite" presStyleCnt="0"/>
      <dgm:spPr/>
    </dgm:pt>
    <dgm:pt modelId="{9F55E474-607C-430A-AE50-0AE93AD962E2}" type="pres">
      <dgm:prSet presAssocID="{9C7B8B8A-380F-4418-886B-4AD14C103A67}" presName="rootText" presStyleLbl="node1" presStyleIdx="2" presStyleCnt="5"/>
      <dgm:spPr/>
    </dgm:pt>
    <dgm:pt modelId="{E0938D16-F19F-4EF6-B362-953E5245F805}" type="pres">
      <dgm:prSet presAssocID="{9C7B8B8A-380F-4418-886B-4AD14C103A67}" presName="rootConnector" presStyleLbl="node1" presStyleIdx="2" presStyleCnt="5"/>
      <dgm:spPr/>
    </dgm:pt>
    <dgm:pt modelId="{AE1F92C0-18A7-4C8B-B7B6-D3EAC58E7128}" type="pres">
      <dgm:prSet presAssocID="{9C7B8B8A-380F-4418-886B-4AD14C103A67}" presName="childShape" presStyleCnt="0"/>
      <dgm:spPr/>
    </dgm:pt>
    <dgm:pt modelId="{D00F4620-6042-43A0-B543-F5E13B8EA8BB}" type="pres">
      <dgm:prSet presAssocID="{98216AA2-7DEC-46B5-8492-DB0A5F577124}" presName="Name13" presStyleLbl="parChTrans1D2" presStyleIdx="5" presStyleCnt="13"/>
      <dgm:spPr/>
    </dgm:pt>
    <dgm:pt modelId="{1CF221A3-38B4-431A-B487-E921458F7B86}" type="pres">
      <dgm:prSet presAssocID="{CEE0C0BA-9DB4-4C74-BC57-4C765ABD3875}" presName="childText" presStyleLbl="bgAcc1" presStyleIdx="5" presStyleCnt="13">
        <dgm:presLayoutVars>
          <dgm:bulletEnabled val="1"/>
        </dgm:presLayoutVars>
      </dgm:prSet>
      <dgm:spPr/>
    </dgm:pt>
    <dgm:pt modelId="{4B9DFA96-C714-49E1-9997-71009623CA90}" type="pres">
      <dgm:prSet presAssocID="{452BB5AD-D6DF-4F28-83AC-0C3AA8F9535C}" presName="Name13" presStyleLbl="parChTrans1D2" presStyleIdx="6" presStyleCnt="13"/>
      <dgm:spPr/>
    </dgm:pt>
    <dgm:pt modelId="{3DCA09E7-2121-41C2-BAA6-F55264D3BDF1}" type="pres">
      <dgm:prSet presAssocID="{033F9148-355E-4863-853A-3773773655CC}" presName="childText" presStyleLbl="bgAcc1" presStyleIdx="6" presStyleCnt="13">
        <dgm:presLayoutVars>
          <dgm:bulletEnabled val="1"/>
        </dgm:presLayoutVars>
      </dgm:prSet>
      <dgm:spPr/>
    </dgm:pt>
    <dgm:pt modelId="{31BC98AC-22F5-4696-9E65-5163FF7138C1}" type="pres">
      <dgm:prSet presAssocID="{A82FBF2F-1856-40D3-BC12-C37E84C71E98}" presName="root" presStyleCnt="0"/>
      <dgm:spPr/>
    </dgm:pt>
    <dgm:pt modelId="{58024A81-AD3D-4E02-B392-4A7C6C8EFCB3}" type="pres">
      <dgm:prSet presAssocID="{A82FBF2F-1856-40D3-BC12-C37E84C71E98}" presName="rootComposite" presStyleCnt="0"/>
      <dgm:spPr/>
    </dgm:pt>
    <dgm:pt modelId="{9390E8AF-4025-4EEE-BA40-5C638CC28024}" type="pres">
      <dgm:prSet presAssocID="{A82FBF2F-1856-40D3-BC12-C37E84C71E98}" presName="rootText" presStyleLbl="node1" presStyleIdx="3" presStyleCnt="5"/>
      <dgm:spPr/>
    </dgm:pt>
    <dgm:pt modelId="{845416D5-035C-4FE2-B743-2052DF25A913}" type="pres">
      <dgm:prSet presAssocID="{A82FBF2F-1856-40D3-BC12-C37E84C71E98}" presName="rootConnector" presStyleLbl="node1" presStyleIdx="3" presStyleCnt="5"/>
      <dgm:spPr/>
    </dgm:pt>
    <dgm:pt modelId="{E17AA869-CA90-4F43-AAAC-B86FB6C4A651}" type="pres">
      <dgm:prSet presAssocID="{A82FBF2F-1856-40D3-BC12-C37E84C71E98}" presName="childShape" presStyleCnt="0"/>
      <dgm:spPr/>
    </dgm:pt>
    <dgm:pt modelId="{C8A45391-9179-4A28-800F-7A119505E816}" type="pres">
      <dgm:prSet presAssocID="{35564153-7080-4F8B-B269-2DDC12D861C0}" presName="Name13" presStyleLbl="parChTrans1D2" presStyleIdx="7" presStyleCnt="13"/>
      <dgm:spPr/>
    </dgm:pt>
    <dgm:pt modelId="{A2CCB8F2-97F3-4A55-8BC8-E7373F796182}" type="pres">
      <dgm:prSet presAssocID="{1778840E-5126-4663-98E6-273153F45E52}" presName="childText" presStyleLbl="bgAcc1" presStyleIdx="7" presStyleCnt="13">
        <dgm:presLayoutVars>
          <dgm:bulletEnabled val="1"/>
        </dgm:presLayoutVars>
      </dgm:prSet>
      <dgm:spPr/>
    </dgm:pt>
    <dgm:pt modelId="{99F84319-6A23-49F7-8D4B-8FBC0506BD6E}" type="pres">
      <dgm:prSet presAssocID="{3622A69C-AB2B-4F63-928B-F849D8ED995F}" presName="Name13" presStyleLbl="parChTrans1D2" presStyleIdx="8" presStyleCnt="13"/>
      <dgm:spPr/>
    </dgm:pt>
    <dgm:pt modelId="{476BC802-FC7B-4FB3-9D34-7AED39C48E67}" type="pres">
      <dgm:prSet presAssocID="{F37719D4-5EBA-4412-B795-45A05F87BD93}" presName="childText" presStyleLbl="bgAcc1" presStyleIdx="8" presStyleCnt="13">
        <dgm:presLayoutVars>
          <dgm:bulletEnabled val="1"/>
        </dgm:presLayoutVars>
      </dgm:prSet>
      <dgm:spPr/>
    </dgm:pt>
    <dgm:pt modelId="{C59C58BF-A627-4D11-91E1-02EAC02B9954}" type="pres">
      <dgm:prSet presAssocID="{67C8AE98-23A0-4CE5-9632-6C7A7CC4214B}" presName="Name13" presStyleLbl="parChTrans1D2" presStyleIdx="9" presStyleCnt="13"/>
      <dgm:spPr/>
    </dgm:pt>
    <dgm:pt modelId="{DDDB7A43-19AE-4494-A17C-3E511F4244B3}" type="pres">
      <dgm:prSet presAssocID="{2F62F8B8-6BE3-474D-BEC5-5D9315A79EDF}" presName="childText" presStyleLbl="bgAcc1" presStyleIdx="9" presStyleCnt="13">
        <dgm:presLayoutVars>
          <dgm:bulletEnabled val="1"/>
        </dgm:presLayoutVars>
      </dgm:prSet>
      <dgm:spPr/>
    </dgm:pt>
    <dgm:pt modelId="{36E2EDCF-AA89-457C-AA3B-159A42910BA3}" type="pres">
      <dgm:prSet presAssocID="{C169692E-D1DD-44B6-BCCF-A88BC444C946}" presName="root" presStyleCnt="0"/>
      <dgm:spPr/>
    </dgm:pt>
    <dgm:pt modelId="{FB12213D-0F6F-4392-94D1-19F3CF0B773C}" type="pres">
      <dgm:prSet presAssocID="{C169692E-D1DD-44B6-BCCF-A88BC444C946}" presName="rootComposite" presStyleCnt="0"/>
      <dgm:spPr/>
    </dgm:pt>
    <dgm:pt modelId="{FDCC39F8-4316-48B7-A561-D0CBBE819BB2}" type="pres">
      <dgm:prSet presAssocID="{C169692E-D1DD-44B6-BCCF-A88BC444C946}" presName="rootText" presStyleLbl="node1" presStyleIdx="4" presStyleCnt="5"/>
      <dgm:spPr/>
    </dgm:pt>
    <dgm:pt modelId="{A534B410-314E-43A4-A02C-5BA99768C69A}" type="pres">
      <dgm:prSet presAssocID="{C169692E-D1DD-44B6-BCCF-A88BC444C946}" presName="rootConnector" presStyleLbl="node1" presStyleIdx="4" presStyleCnt="5"/>
      <dgm:spPr/>
    </dgm:pt>
    <dgm:pt modelId="{60F1420C-B00A-4329-9826-D389FAF196F9}" type="pres">
      <dgm:prSet presAssocID="{C169692E-D1DD-44B6-BCCF-A88BC444C946}" presName="childShape" presStyleCnt="0"/>
      <dgm:spPr/>
    </dgm:pt>
    <dgm:pt modelId="{34D032CB-5924-43DE-8BAD-C6C0E2FA37EB}" type="pres">
      <dgm:prSet presAssocID="{6B4ADE56-01FA-4D83-AA02-4B21BA5B1659}" presName="Name13" presStyleLbl="parChTrans1D2" presStyleIdx="10" presStyleCnt="13"/>
      <dgm:spPr/>
    </dgm:pt>
    <dgm:pt modelId="{B30A95C2-2913-430A-8684-3FDABE4DE539}" type="pres">
      <dgm:prSet presAssocID="{F23BB44E-5CB9-40F3-8E8B-630BD13048B6}" presName="childText" presStyleLbl="bgAcc1" presStyleIdx="10" presStyleCnt="13">
        <dgm:presLayoutVars>
          <dgm:bulletEnabled val="1"/>
        </dgm:presLayoutVars>
      </dgm:prSet>
      <dgm:spPr/>
    </dgm:pt>
    <dgm:pt modelId="{7011ACB4-3B0D-4DB4-A73C-4737EC636ECB}" type="pres">
      <dgm:prSet presAssocID="{0B544A48-37D2-4D4A-8E86-3537B38129D8}" presName="Name13" presStyleLbl="parChTrans1D2" presStyleIdx="11" presStyleCnt="13"/>
      <dgm:spPr/>
    </dgm:pt>
    <dgm:pt modelId="{0709F53E-D3B5-43BA-9C3A-D33055C674BE}" type="pres">
      <dgm:prSet presAssocID="{EF7DC739-51C1-4A19-B4FF-5ABAA270B84B}" presName="childText" presStyleLbl="bgAcc1" presStyleIdx="11" presStyleCnt="13">
        <dgm:presLayoutVars>
          <dgm:bulletEnabled val="1"/>
        </dgm:presLayoutVars>
      </dgm:prSet>
      <dgm:spPr/>
    </dgm:pt>
    <dgm:pt modelId="{A7DA6E6A-05C6-4ACC-AA8F-545DF50D2A87}" type="pres">
      <dgm:prSet presAssocID="{00E7DB61-C291-42EC-8076-7542A299D390}" presName="Name13" presStyleLbl="parChTrans1D2" presStyleIdx="12" presStyleCnt="13"/>
      <dgm:spPr/>
    </dgm:pt>
    <dgm:pt modelId="{CC5E272E-39BA-44B5-9947-F15E9DAE915E}" type="pres">
      <dgm:prSet presAssocID="{F8070B79-E76D-4A8F-B96F-090FDB4DF7F9}" presName="childText" presStyleLbl="bgAcc1" presStyleIdx="12" presStyleCnt="13">
        <dgm:presLayoutVars>
          <dgm:bulletEnabled val="1"/>
        </dgm:presLayoutVars>
      </dgm:prSet>
      <dgm:spPr/>
    </dgm:pt>
  </dgm:ptLst>
  <dgm:cxnLst>
    <dgm:cxn modelId="{B4B77F08-B65C-42AD-9CF3-7544BD426805}" type="presOf" srcId="{F8070B79-E76D-4A8F-B96F-090FDB4DF7F9}" destId="{CC5E272E-39BA-44B5-9947-F15E9DAE915E}" srcOrd="0" destOrd="0" presId="urn:microsoft.com/office/officeart/2005/8/layout/hierarchy3"/>
    <dgm:cxn modelId="{3821850A-627D-4947-B6C6-FC82E942D668}" type="presOf" srcId="{0B544A48-37D2-4D4A-8E86-3537B38129D8}" destId="{7011ACB4-3B0D-4DB4-A73C-4737EC636ECB}" srcOrd="0" destOrd="0" presId="urn:microsoft.com/office/officeart/2005/8/layout/hierarchy3"/>
    <dgm:cxn modelId="{0C81C010-3A21-45BA-818E-EB360FE29C07}" srcId="{A82FBF2F-1856-40D3-BC12-C37E84C71E98}" destId="{1778840E-5126-4663-98E6-273153F45E52}" srcOrd="0" destOrd="0" parTransId="{35564153-7080-4F8B-B269-2DDC12D861C0}" sibTransId="{7182E5AC-D4B6-4E5D-B1C0-03EF22C0CE63}"/>
    <dgm:cxn modelId="{E5A35514-2DA2-4AF5-A022-C7EB8FD04689}" srcId="{261EF530-5B11-414D-8B0A-5229EAA40B83}" destId="{A82FBF2F-1856-40D3-BC12-C37E84C71E98}" srcOrd="3" destOrd="0" parTransId="{6D7CA505-63D7-4752-926E-F22C56F06980}" sibTransId="{B28FDA7B-188D-445D-9CF1-A1AE11411B05}"/>
    <dgm:cxn modelId="{E34EAF18-26D1-4088-AEBC-DA9CED360A5A}" srcId="{8AFAD40C-2A71-4821-8F59-E96F51EC5E1C}" destId="{9A67B089-1BAD-4D9E-B416-C82BCD3CAF70}" srcOrd="1" destOrd="0" parTransId="{9DD2F04F-3C75-4E05-919F-A243C3737B33}" sibTransId="{171265AF-C35D-4C29-A55B-C8ED570200D5}"/>
    <dgm:cxn modelId="{66FD931B-D3F5-470F-8C74-1A7DBE862EE6}" srcId="{9C7B8B8A-380F-4418-886B-4AD14C103A67}" destId="{CEE0C0BA-9DB4-4C74-BC57-4C765ABD3875}" srcOrd="0" destOrd="0" parTransId="{98216AA2-7DEC-46B5-8492-DB0A5F577124}" sibTransId="{55176F76-A34C-4893-A185-40883A10D1FF}"/>
    <dgm:cxn modelId="{3BA64C23-DBE8-49A7-95B9-7B4C2A6C73EB}" type="presOf" srcId="{67C8AE98-23A0-4CE5-9632-6C7A7CC4214B}" destId="{C59C58BF-A627-4D11-91E1-02EAC02B9954}" srcOrd="0" destOrd="0" presId="urn:microsoft.com/office/officeart/2005/8/layout/hierarchy3"/>
    <dgm:cxn modelId="{00076525-9FEA-4221-9E43-BEFFBAE2E0CD}" type="presOf" srcId="{F23BB44E-5CB9-40F3-8E8B-630BD13048B6}" destId="{B30A95C2-2913-430A-8684-3FDABE4DE539}" srcOrd="0" destOrd="0" presId="urn:microsoft.com/office/officeart/2005/8/layout/hierarchy3"/>
    <dgm:cxn modelId="{B34A5426-11EF-473D-A094-E157EC35BC29}" type="presOf" srcId="{3622A69C-AB2B-4F63-928B-F849D8ED995F}" destId="{99F84319-6A23-49F7-8D4B-8FBC0506BD6E}" srcOrd="0" destOrd="0" presId="urn:microsoft.com/office/officeart/2005/8/layout/hierarchy3"/>
    <dgm:cxn modelId="{FD3D4928-6D2C-4D66-A480-4FDFC5CD1077}" type="presOf" srcId="{9DD2F04F-3C75-4E05-919F-A243C3737B33}" destId="{C600AB42-227F-47CC-8EE2-517AF2F55E53}" srcOrd="0" destOrd="0" presId="urn:microsoft.com/office/officeart/2005/8/layout/hierarchy3"/>
    <dgm:cxn modelId="{9EBD0E29-BDD1-485A-8BDB-71FC2C82642A}" type="presOf" srcId="{DB75A64B-BF30-4180-A451-085256631600}" destId="{E805B40A-6721-4249-BC15-B3E43FBFBC5E}" srcOrd="0" destOrd="0" presId="urn:microsoft.com/office/officeart/2005/8/layout/hierarchy3"/>
    <dgm:cxn modelId="{E486F52B-8964-4812-8B23-A33C8F44AD38}" srcId="{8AFAD40C-2A71-4821-8F59-E96F51EC5E1C}" destId="{B6674E05-25E4-44D4-871C-7D627672A11D}" srcOrd="3" destOrd="0" parTransId="{3019B801-8B6A-4F9B-9A1F-5A029218DA97}" sibTransId="{093E56B4-5DC1-49B3-A662-99DAE112D133}"/>
    <dgm:cxn modelId="{6250C12E-0DD9-47CE-AA1D-65EAFF0BC621}" type="presOf" srcId="{EF7DC739-51C1-4A19-B4FF-5ABAA270B84B}" destId="{0709F53E-D3B5-43BA-9C3A-D33055C674BE}" srcOrd="0" destOrd="0" presId="urn:microsoft.com/office/officeart/2005/8/layout/hierarchy3"/>
    <dgm:cxn modelId="{53CAFA36-9F3D-4462-A3E5-7AFCF13A12D1}" type="presOf" srcId="{8AFAD40C-2A71-4821-8F59-E96F51EC5E1C}" destId="{33679E02-B3A3-41A3-82BF-CCB66BB6B65B}" srcOrd="1" destOrd="0" presId="urn:microsoft.com/office/officeart/2005/8/layout/hierarchy3"/>
    <dgm:cxn modelId="{512D8D5B-F3C3-49A3-B09F-B5BB5C6D8220}" type="presOf" srcId="{22644054-EEB0-496F-B1E4-BCE5DB8A18A6}" destId="{0470EBA3-0A39-4B80-8189-CD25BF6A3B6B}" srcOrd="0" destOrd="0" presId="urn:microsoft.com/office/officeart/2005/8/layout/hierarchy3"/>
    <dgm:cxn modelId="{A8C83B44-7B03-4214-90AB-CB89F3C075CC}" type="presOf" srcId="{C63DFD3C-DFCB-4E51-8B2F-00B15CEEEF8D}" destId="{8846096F-A327-4372-861F-18DAB3CDEBE9}" srcOrd="0" destOrd="0" presId="urn:microsoft.com/office/officeart/2005/8/layout/hierarchy3"/>
    <dgm:cxn modelId="{9B372E46-1C8A-449A-BA10-54861BD25428}" srcId="{C169692E-D1DD-44B6-BCCF-A88BC444C946}" destId="{EF7DC739-51C1-4A19-B4FF-5ABAA270B84B}" srcOrd="1" destOrd="0" parTransId="{0B544A48-37D2-4D4A-8E86-3537B38129D8}" sibTransId="{9D061228-9892-4E2C-931C-6BB460228C8E}"/>
    <dgm:cxn modelId="{DE05C946-9D32-47D7-931F-E74BFEFCB73E}" type="presOf" srcId="{7701D0C3-33F7-46D4-94E5-3BCFA38304BE}" destId="{F05B440A-65B7-4020-91D9-87DBA1F6F470}" srcOrd="0" destOrd="0" presId="urn:microsoft.com/office/officeart/2005/8/layout/hierarchy3"/>
    <dgm:cxn modelId="{FC655E48-07B3-42E6-820D-2B2F5F0DACD7}" type="presOf" srcId="{6B4ADE56-01FA-4D83-AA02-4B21BA5B1659}" destId="{34D032CB-5924-43DE-8BAD-C6C0E2FA37EB}" srcOrd="0" destOrd="0" presId="urn:microsoft.com/office/officeart/2005/8/layout/hierarchy3"/>
    <dgm:cxn modelId="{959F8C69-5D6A-4175-8796-47EB66B8074A}" type="presOf" srcId="{00E7DB61-C291-42EC-8076-7542A299D390}" destId="{A7DA6E6A-05C6-4ACC-AA8F-545DF50D2A87}" srcOrd="0" destOrd="0" presId="urn:microsoft.com/office/officeart/2005/8/layout/hierarchy3"/>
    <dgm:cxn modelId="{6145494A-67A0-46AC-B390-D56513B36DDC}" srcId="{8AFAD40C-2A71-4821-8F59-E96F51EC5E1C}" destId="{E91A64AC-BE56-40C2-B0A8-E1DF81BC2FB0}" srcOrd="2" destOrd="0" parTransId="{7701D0C3-33F7-46D4-94E5-3BCFA38304BE}" sibTransId="{D1C989FB-C4D2-4DA7-955B-493B69224D3E}"/>
    <dgm:cxn modelId="{93E7A04D-4FB3-4319-B234-31863BC2396D}" type="presOf" srcId="{3019B801-8B6A-4F9B-9A1F-5A029218DA97}" destId="{0B8BC961-6288-4892-B586-EFEC75734B63}" srcOrd="0" destOrd="0" presId="urn:microsoft.com/office/officeart/2005/8/layout/hierarchy3"/>
    <dgm:cxn modelId="{6F33286F-8E90-4EF7-84DB-BCF206D55C3C}" type="presOf" srcId="{98216AA2-7DEC-46B5-8492-DB0A5F577124}" destId="{D00F4620-6042-43A0-B543-F5E13B8EA8BB}" srcOrd="0" destOrd="0" presId="urn:microsoft.com/office/officeart/2005/8/layout/hierarchy3"/>
    <dgm:cxn modelId="{271CC47B-870F-4F67-9C1E-BF6306ADE509}" srcId="{C169692E-D1DD-44B6-BCCF-A88BC444C946}" destId="{F23BB44E-5CB9-40F3-8E8B-630BD13048B6}" srcOrd="0" destOrd="0" parTransId="{6B4ADE56-01FA-4D83-AA02-4B21BA5B1659}" sibTransId="{42E9DAFD-F1AF-44D3-BF6D-DDAB26F89D96}"/>
    <dgm:cxn modelId="{DFFEDA7C-A079-428E-AF83-A976FB5E5EE2}" type="presOf" srcId="{C169692E-D1DD-44B6-BCCF-A88BC444C946}" destId="{FDCC39F8-4316-48B7-A561-D0CBBE819BB2}" srcOrd="0" destOrd="0" presId="urn:microsoft.com/office/officeart/2005/8/layout/hierarchy3"/>
    <dgm:cxn modelId="{CC287281-1D82-451F-B74D-FC4593656207}" srcId="{261EF530-5B11-414D-8B0A-5229EAA40B83}" destId="{8AFAD40C-2A71-4821-8F59-E96F51EC5E1C}" srcOrd="1" destOrd="0" parTransId="{06FEAD2A-C362-4423-AFA4-22DB716D7552}" sibTransId="{F7F6E840-C150-4F4C-ACF1-567F4F377129}"/>
    <dgm:cxn modelId="{17923885-98AD-4F08-A509-45FE444C44FC}" type="presOf" srcId="{9A67B089-1BAD-4D9E-B416-C82BCD3CAF70}" destId="{30F15696-7AE3-41C4-B0C2-0D472079E9C1}" srcOrd="0" destOrd="0" presId="urn:microsoft.com/office/officeart/2005/8/layout/hierarchy3"/>
    <dgm:cxn modelId="{C4B6F988-BCF6-4596-AF56-855611969F66}" type="presOf" srcId="{452BB5AD-D6DF-4F28-83AC-0C3AA8F9535C}" destId="{4B9DFA96-C714-49E1-9997-71009623CA90}" srcOrd="0" destOrd="0" presId="urn:microsoft.com/office/officeart/2005/8/layout/hierarchy3"/>
    <dgm:cxn modelId="{F357C6A0-DE16-418B-B9C4-1F756A3BF3F6}" type="presOf" srcId="{A82FBF2F-1856-40D3-BC12-C37E84C71E98}" destId="{9390E8AF-4025-4EEE-BA40-5C638CC28024}" srcOrd="0" destOrd="0" presId="urn:microsoft.com/office/officeart/2005/8/layout/hierarchy3"/>
    <dgm:cxn modelId="{433935A1-4706-46EC-A01B-BA9384F2C6C0}" srcId="{8AFAD40C-2A71-4821-8F59-E96F51EC5E1C}" destId="{22644054-EEB0-496F-B1E4-BCE5DB8A18A6}" srcOrd="0" destOrd="0" parTransId="{9415EB51-74EC-48E6-92CF-737BEE6359FC}" sibTransId="{A4CE9DCC-F36A-434D-AE74-E9A851205AF1}"/>
    <dgm:cxn modelId="{350FA2A3-7F75-457B-93D5-9D43F3C9C2B5}" srcId="{261EF530-5B11-414D-8B0A-5229EAA40B83}" destId="{9C7B8B8A-380F-4418-886B-4AD14C103A67}" srcOrd="2" destOrd="0" parTransId="{B9003A67-AA72-484D-B43D-98370AEEAAD7}" sibTransId="{AF6BBBBA-D25D-49F4-AB9C-3E4B6BCFB4C9}"/>
    <dgm:cxn modelId="{DE5458A4-9BFF-4728-A1D1-BD7EC2B94791}" type="presOf" srcId="{B6674E05-25E4-44D4-871C-7D627672A11D}" destId="{B50245E8-ED4D-4D45-B803-D2C88CB96AF5}" srcOrd="0" destOrd="0" presId="urn:microsoft.com/office/officeart/2005/8/layout/hierarchy3"/>
    <dgm:cxn modelId="{59F65DA8-E751-4AD8-89D0-42D7D9BB1F49}" type="presOf" srcId="{033F9148-355E-4863-853A-3773773655CC}" destId="{3DCA09E7-2121-41C2-BAA6-F55264D3BDF1}" srcOrd="0" destOrd="0" presId="urn:microsoft.com/office/officeart/2005/8/layout/hierarchy3"/>
    <dgm:cxn modelId="{F668B3A8-065C-4405-9F72-63A74C6BF9D7}" type="presOf" srcId="{C169692E-D1DD-44B6-BCCF-A88BC444C946}" destId="{A534B410-314E-43A4-A02C-5BA99768C69A}" srcOrd="1" destOrd="0" presId="urn:microsoft.com/office/officeart/2005/8/layout/hierarchy3"/>
    <dgm:cxn modelId="{354F64AC-7E63-4A1B-9FB8-228D4580AA7D}" type="presOf" srcId="{A82FBF2F-1856-40D3-BC12-C37E84C71E98}" destId="{845416D5-035C-4FE2-B743-2052DF25A913}" srcOrd="1" destOrd="0" presId="urn:microsoft.com/office/officeart/2005/8/layout/hierarchy3"/>
    <dgm:cxn modelId="{345249AE-D6BF-4791-B7F9-C5FFAD59F751}" type="presOf" srcId="{1778840E-5126-4663-98E6-273153F45E52}" destId="{A2CCB8F2-97F3-4A55-8BC8-E7373F796182}" srcOrd="0" destOrd="0" presId="urn:microsoft.com/office/officeart/2005/8/layout/hierarchy3"/>
    <dgm:cxn modelId="{9D24BFAF-0EB9-4AC4-88B1-4DB467FE5B7B}" srcId="{A82FBF2F-1856-40D3-BC12-C37E84C71E98}" destId="{F37719D4-5EBA-4412-B795-45A05F87BD93}" srcOrd="1" destOrd="0" parTransId="{3622A69C-AB2B-4F63-928B-F849D8ED995F}" sibTransId="{21B6F8A7-5253-46C7-98E4-9BFEE4E5B27E}"/>
    <dgm:cxn modelId="{8379F7AF-1845-4211-AB1C-A2B331C8AE10}" srcId="{261EF530-5B11-414D-8B0A-5229EAA40B83}" destId="{C169692E-D1DD-44B6-BCCF-A88BC444C946}" srcOrd="4" destOrd="0" parTransId="{E48A31ED-CA3A-44FC-9DA7-6DE953AC6564}" sibTransId="{71D80774-83FA-4C84-8D5D-4B437F57E2A5}"/>
    <dgm:cxn modelId="{E59DA5B1-AE4F-4001-B501-59FDD524AA4C}" type="presOf" srcId="{5D58F649-F777-4465-ADDC-4D68562AAAB3}" destId="{4E20D714-488E-4634-8CF5-6750B939762E}" srcOrd="0" destOrd="0" presId="urn:microsoft.com/office/officeart/2005/8/layout/hierarchy3"/>
    <dgm:cxn modelId="{A253AEBF-30F2-4E39-AF98-FC711446219F}" type="presOf" srcId="{DB75A64B-BF30-4180-A451-085256631600}" destId="{A7EBC825-C69C-40DF-90C4-F1FE0D9426E1}" srcOrd="1" destOrd="0" presId="urn:microsoft.com/office/officeart/2005/8/layout/hierarchy3"/>
    <dgm:cxn modelId="{C6128FC1-A4D3-48C4-9718-505B67800C60}" type="presOf" srcId="{35564153-7080-4F8B-B269-2DDC12D861C0}" destId="{C8A45391-9179-4A28-800F-7A119505E816}" srcOrd="0" destOrd="0" presId="urn:microsoft.com/office/officeart/2005/8/layout/hierarchy3"/>
    <dgm:cxn modelId="{798E53CA-EB33-4F49-907E-6F33505E5943}" type="presOf" srcId="{E91A64AC-BE56-40C2-B0A8-E1DF81BC2FB0}" destId="{B4450772-00C0-4EEE-ACD8-87ADCA62EA93}" srcOrd="0" destOrd="0" presId="urn:microsoft.com/office/officeart/2005/8/layout/hierarchy3"/>
    <dgm:cxn modelId="{824307CE-BC9C-493C-BCDD-591058EA0D9B}" srcId="{C169692E-D1DD-44B6-BCCF-A88BC444C946}" destId="{F8070B79-E76D-4A8F-B96F-090FDB4DF7F9}" srcOrd="2" destOrd="0" parTransId="{00E7DB61-C291-42EC-8076-7542A299D390}" sibTransId="{E222A6DF-6DD2-4AF6-A07D-F5BE3DD24CDA}"/>
    <dgm:cxn modelId="{8B20EED2-24CD-4515-97FA-35875C2AEFB1}" type="presOf" srcId="{261EF530-5B11-414D-8B0A-5229EAA40B83}" destId="{5E00DBFB-B63E-47AE-9F8D-B6699B1DC7E5}" srcOrd="0" destOrd="0" presId="urn:microsoft.com/office/officeart/2005/8/layout/hierarchy3"/>
    <dgm:cxn modelId="{047210DB-DD16-4DD4-81FF-E82AC6918A9D}" type="presOf" srcId="{CEE0C0BA-9DB4-4C74-BC57-4C765ABD3875}" destId="{1CF221A3-38B4-431A-B487-E921458F7B86}" srcOrd="0" destOrd="0" presId="urn:microsoft.com/office/officeart/2005/8/layout/hierarchy3"/>
    <dgm:cxn modelId="{95B9B5E1-4285-4688-AE98-BBDCFCE32356}" srcId="{A82FBF2F-1856-40D3-BC12-C37E84C71E98}" destId="{2F62F8B8-6BE3-474D-BEC5-5D9315A79EDF}" srcOrd="2" destOrd="0" parTransId="{67C8AE98-23A0-4CE5-9632-6C7A7CC4214B}" sibTransId="{18D63952-906C-4424-8E5F-74B29A0C841D}"/>
    <dgm:cxn modelId="{628CB1E4-A34D-4FF1-90BC-C9EBDAE05ABD}" srcId="{261EF530-5B11-414D-8B0A-5229EAA40B83}" destId="{DB75A64B-BF30-4180-A451-085256631600}" srcOrd="0" destOrd="0" parTransId="{A2BB8185-1B1B-477A-8FE6-8F658A9C5B0D}" sibTransId="{BA21B4EB-22E4-43AB-9D81-C7CAC0C071FE}"/>
    <dgm:cxn modelId="{A84998EC-78FC-42BC-8481-C54AE4EF8896}" srcId="{DB75A64B-BF30-4180-A451-085256631600}" destId="{C63DFD3C-DFCB-4E51-8B2F-00B15CEEEF8D}" srcOrd="0" destOrd="0" parTransId="{5D58F649-F777-4465-ADDC-4D68562AAAB3}" sibTransId="{188AE763-0459-4A69-BA39-312C910C7707}"/>
    <dgm:cxn modelId="{E23FE1EC-A4ED-45FF-8A47-C3129FFDFCB4}" type="presOf" srcId="{9C7B8B8A-380F-4418-886B-4AD14C103A67}" destId="{E0938D16-F19F-4EF6-B362-953E5245F805}" srcOrd="1" destOrd="0" presId="urn:microsoft.com/office/officeart/2005/8/layout/hierarchy3"/>
    <dgm:cxn modelId="{08902BED-090C-43A2-8986-DB8EEEC21C30}" type="presOf" srcId="{9C7B8B8A-380F-4418-886B-4AD14C103A67}" destId="{9F55E474-607C-430A-AE50-0AE93AD962E2}" srcOrd="0" destOrd="0" presId="urn:microsoft.com/office/officeart/2005/8/layout/hierarchy3"/>
    <dgm:cxn modelId="{AED9E9F5-9F9C-4F93-B107-9C5D438F687B}" type="presOf" srcId="{9415EB51-74EC-48E6-92CF-737BEE6359FC}" destId="{7AA86BA6-933B-405E-A720-6C9B9CD3B4A1}" srcOrd="0" destOrd="0" presId="urn:microsoft.com/office/officeart/2005/8/layout/hierarchy3"/>
    <dgm:cxn modelId="{FACC80F7-4CE9-4A0B-B7B2-C78578098598}" type="presOf" srcId="{F37719D4-5EBA-4412-B795-45A05F87BD93}" destId="{476BC802-FC7B-4FB3-9D34-7AED39C48E67}" srcOrd="0" destOrd="0" presId="urn:microsoft.com/office/officeart/2005/8/layout/hierarchy3"/>
    <dgm:cxn modelId="{20E569F8-A10A-411C-82BE-99E34638599B}" type="presOf" srcId="{8AFAD40C-2A71-4821-8F59-E96F51EC5E1C}" destId="{5714C1A0-4707-4969-BCC5-D9EC19382194}" srcOrd="0" destOrd="0" presId="urn:microsoft.com/office/officeart/2005/8/layout/hierarchy3"/>
    <dgm:cxn modelId="{B343D3FD-B04B-492E-A1B3-C466CA2A2304}" srcId="{9C7B8B8A-380F-4418-886B-4AD14C103A67}" destId="{033F9148-355E-4863-853A-3773773655CC}" srcOrd="1" destOrd="0" parTransId="{452BB5AD-D6DF-4F28-83AC-0C3AA8F9535C}" sibTransId="{C99438EF-7147-4310-95C0-EDB8E8235ADB}"/>
    <dgm:cxn modelId="{B88109FE-24CF-4506-801A-A8E2E24C3508}" type="presOf" srcId="{2F62F8B8-6BE3-474D-BEC5-5D9315A79EDF}" destId="{DDDB7A43-19AE-4494-A17C-3E511F4244B3}" srcOrd="0" destOrd="0" presId="urn:microsoft.com/office/officeart/2005/8/layout/hierarchy3"/>
    <dgm:cxn modelId="{E0DCB0DE-8F82-45F5-9CCB-413670D73F2E}" type="presParOf" srcId="{5E00DBFB-B63E-47AE-9F8D-B6699B1DC7E5}" destId="{1CDB04CE-6210-4EEA-B63B-3222BEFAA313}" srcOrd="0" destOrd="0" presId="urn:microsoft.com/office/officeart/2005/8/layout/hierarchy3"/>
    <dgm:cxn modelId="{09BF2604-5F3C-4860-A314-6095B39F6105}" type="presParOf" srcId="{1CDB04CE-6210-4EEA-B63B-3222BEFAA313}" destId="{7797D3D1-C38C-4495-A51E-BFE5A43DB6B8}" srcOrd="0" destOrd="0" presId="urn:microsoft.com/office/officeart/2005/8/layout/hierarchy3"/>
    <dgm:cxn modelId="{14C38212-FA2C-4101-BD80-1E25A50C28F0}" type="presParOf" srcId="{7797D3D1-C38C-4495-A51E-BFE5A43DB6B8}" destId="{E805B40A-6721-4249-BC15-B3E43FBFBC5E}" srcOrd="0" destOrd="0" presId="urn:microsoft.com/office/officeart/2005/8/layout/hierarchy3"/>
    <dgm:cxn modelId="{2200E6BA-6862-49F9-802D-36B687E6B495}" type="presParOf" srcId="{7797D3D1-C38C-4495-A51E-BFE5A43DB6B8}" destId="{A7EBC825-C69C-40DF-90C4-F1FE0D9426E1}" srcOrd="1" destOrd="0" presId="urn:microsoft.com/office/officeart/2005/8/layout/hierarchy3"/>
    <dgm:cxn modelId="{5F6EFD10-93E3-4E13-BED0-104F64BE1218}" type="presParOf" srcId="{1CDB04CE-6210-4EEA-B63B-3222BEFAA313}" destId="{0311EF08-CE08-4B1F-9F59-E10E41D2BEE0}" srcOrd="1" destOrd="0" presId="urn:microsoft.com/office/officeart/2005/8/layout/hierarchy3"/>
    <dgm:cxn modelId="{A4891B11-CA6C-4966-90C6-8C5CD4C2A72F}" type="presParOf" srcId="{0311EF08-CE08-4B1F-9F59-E10E41D2BEE0}" destId="{4E20D714-488E-4634-8CF5-6750B939762E}" srcOrd="0" destOrd="0" presId="urn:microsoft.com/office/officeart/2005/8/layout/hierarchy3"/>
    <dgm:cxn modelId="{89E69E2B-169C-41D0-BFA5-280C6CB22BC4}" type="presParOf" srcId="{0311EF08-CE08-4B1F-9F59-E10E41D2BEE0}" destId="{8846096F-A327-4372-861F-18DAB3CDEBE9}" srcOrd="1" destOrd="0" presId="urn:microsoft.com/office/officeart/2005/8/layout/hierarchy3"/>
    <dgm:cxn modelId="{F52370C7-DEB1-4ECA-8036-209B4AE873F4}" type="presParOf" srcId="{5E00DBFB-B63E-47AE-9F8D-B6699B1DC7E5}" destId="{7B7E7714-EC26-460A-B65E-984A4ACB3F07}" srcOrd="1" destOrd="0" presId="urn:microsoft.com/office/officeart/2005/8/layout/hierarchy3"/>
    <dgm:cxn modelId="{0FEFDBD6-BEE0-46B9-AF3E-E3CCD26E8C47}" type="presParOf" srcId="{7B7E7714-EC26-460A-B65E-984A4ACB3F07}" destId="{8CE8E086-4E12-4B98-9422-AD382FB6E62E}" srcOrd="0" destOrd="0" presId="urn:microsoft.com/office/officeart/2005/8/layout/hierarchy3"/>
    <dgm:cxn modelId="{FA43871C-6A92-4ABE-A7BA-63A25608751B}" type="presParOf" srcId="{8CE8E086-4E12-4B98-9422-AD382FB6E62E}" destId="{5714C1A0-4707-4969-BCC5-D9EC19382194}" srcOrd="0" destOrd="0" presId="urn:microsoft.com/office/officeart/2005/8/layout/hierarchy3"/>
    <dgm:cxn modelId="{4CA38B5B-1D23-46F6-B6B6-3B380C59A57F}" type="presParOf" srcId="{8CE8E086-4E12-4B98-9422-AD382FB6E62E}" destId="{33679E02-B3A3-41A3-82BF-CCB66BB6B65B}" srcOrd="1" destOrd="0" presId="urn:microsoft.com/office/officeart/2005/8/layout/hierarchy3"/>
    <dgm:cxn modelId="{78487C4D-FBCB-4565-8242-06136512FB04}" type="presParOf" srcId="{7B7E7714-EC26-460A-B65E-984A4ACB3F07}" destId="{6E4C3BA4-C38A-4B6A-A6A2-68B31A0571D2}" srcOrd="1" destOrd="0" presId="urn:microsoft.com/office/officeart/2005/8/layout/hierarchy3"/>
    <dgm:cxn modelId="{BD3BCCF3-1B18-4E68-9D14-A8537F67C6B6}" type="presParOf" srcId="{6E4C3BA4-C38A-4B6A-A6A2-68B31A0571D2}" destId="{7AA86BA6-933B-405E-A720-6C9B9CD3B4A1}" srcOrd="0" destOrd="0" presId="urn:microsoft.com/office/officeart/2005/8/layout/hierarchy3"/>
    <dgm:cxn modelId="{8378ADDB-78EC-4E81-9C98-546D4485DA90}" type="presParOf" srcId="{6E4C3BA4-C38A-4B6A-A6A2-68B31A0571D2}" destId="{0470EBA3-0A39-4B80-8189-CD25BF6A3B6B}" srcOrd="1" destOrd="0" presId="urn:microsoft.com/office/officeart/2005/8/layout/hierarchy3"/>
    <dgm:cxn modelId="{79878594-4515-4890-91AE-9365C2AA413E}" type="presParOf" srcId="{6E4C3BA4-C38A-4B6A-A6A2-68B31A0571D2}" destId="{C600AB42-227F-47CC-8EE2-517AF2F55E53}" srcOrd="2" destOrd="0" presId="urn:microsoft.com/office/officeart/2005/8/layout/hierarchy3"/>
    <dgm:cxn modelId="{77D83D25-F652-4ECC-AEE0-A6B3E28784F0}" type="presParOf" srcId="{6E4C3BA4-C38A-4B6A-A6A2-68B31A0571D2}" destId="{30F15696-7AE3-41C4-B0C2-0D472079E9C1}" srcOrd="3" destOrd="0" presId="urn:microsoft.com/office/officeart/2005/8/layout/hierarchy3"/>
    <dgm:cxn modelId="{57D3C86C-5EB9-4512-8A83-9EE66EA10649}" type="presParOf" srcId="{6E4C3BA4-C38A-4B6A-A6A2-68B31A0571D2}" destId="{F05B440A-65B7-4020-91D9-87DBA1F6F470}" srcOrd="4" destOrd="0" presId="urn:microsoft.com/office/officeart/2005/8/layout/hierarchy3"/>
    <dgm:cxn modelId="{53DAA2F1-9A35-459F-9B03-F21CF59B125B}" type="presParOf" srcId="{6E4C3BA4-C38A-4B6A-A6A2-68B31A0571D2}" destId="{B4450772-00C0-4EEE-ACD8-87ADCA62EA93}" srcOrd="5" destOrd="0" presId="urn:microsoft.com/office/officeart/2005/8/layout/hierarchy3"/>
    <dgm:cxn modelId="{951E5E6D-3B09-41BB-A80F-D112D230A5D1}" type="presParOf" srcId="{6E4C3BA4-C38A-4B6A-A6A2-68B31A0571D2}" destId="{0B8BC961-6288-4892-B586-EFEC75734B63}" srcOrd="6" destOrd="0" presId="urn:microsoft.com/office/officeart/2005/8/layout/hierarchy3"/>
    <dgm:cxn modelId="{0D097C9C-183E-4647-A705-CC87247533AA}" type="presParOf" srcId="{6E4C3BA4-C38A-4B6A-A6A2-68B31A0571D2}" destId="{B50245E8-ED4D-4D45-B803-D2C88CB96AF5}" srcOrd="7" destOrd="0" presId="urn:microsoft.com/office/officeart/2005/8/layout/hierarchy3"/>
    <dgm:cxn modelId="{EBD98959-388C-4209-BDD7-C955D04ADE81}" type="presParOf" srcId="{5E00DBFB-B63E-47AE-9F8D-B6699B1DC7E5}" destId="{D47332B3-7FEA-4E6D-AE98-161495C62C48}" srcOrd="2" destOrd="0" presId="urn:microsoft.com/office/officeart/2005/8/layout/hierarchy3"/>
    <dgm:cxn modelId="{DAD8962B-A403-4F6A-AB06-882378670760}" type="presParOf" srcId="{D47332B3-7FEA-4E6D-AE98-161495C62C48}" destId="{AF903D02-513F-48E6-BE0B-67094730E2FA}" srcOrd="0" destOrd="0" presId="urn:microsoft.com/office/officeart/2005/8/layout/hierarchy3"/>
    <dgm:cxn modelId="{4DCD20B2-E037-4E52-8396-96DDB549F557}" type="presParOf" srcId="{AF903D02-513F-48E6-BE0B-67094730E2FA}" destId="{9F55E474-607C-430A-AE50-0AE93AD962E2}" srcOrd="0" destOrd="0" presId="urn:microsoft.com/office/officeart/2005/8/layout/hierarchy3"/>
    <dgm:cxn modelId="{F92882F9-4170-405C-A7D1-6053737CDE3E}" type="presParOf" srcId="{AF903D02-513F-48E6-BE0B-67094730E2FA}" destId="{E0938D16-F19F-4EF6-B362-953E5245F805}" srcOrd="1" destOrd="0" presId="urn:microsoft.com/office/officeart/2005/8/layout/hierarchy3"/>
    <dgm:cxn modelId="{8A10F4CC-4200-4181-83E6-D144C5E70A2F}" type="presParOf" srcId="{D47332B3-7FEA-4E6D-AE98-161495C62C48}" destId="{AE1F92C0-18A7-4C8B-B7B6-D3EAC58E7128}" srcOrd="1" destOrd="0" presId="urn:microsoft.com/office/officeart/2005/8/layout/hierarchy3"/>
    <dgm:cxn modelId="{BD2A6CA5-AC32-4F49-8ECC-A6E198828D92}" type="presParOf" srcId="{AE1F92C0-18A7-4C8B-B7B6-D3EAC58E7128}" destId="{D00F4620-6042-43A0-B543-F5E13B8EA8BB}" srcOrd="0" destOrd="0" presId="urn:microsoft.com/office/officeart/2005/8/layout/hierarchy3"/>
    <dgm:cxn modelId="{96E00E5A-D404-490E-8A4E-57173214CE84}" type="presParOf" srcId="{AE1F92C0-18A7-4C8B-B7B6-D3EAC58E7128}" destId="{1CF221A3-38B4-431A-B487-E921458F7B86}" srcOrd="1" destOrd="0" presId="urn:microsoft.com/office/officeart/2005/8/layout/hierarchy3"/>
    <dgm:cxn modelId="{179F6D03-86ED-4A66-B874-60AFBB9FAAD5}" type="presParOf" srcId="{AE1F92C0-18A7-4C8B-B7B6-D3EAC58E7128}" destId="{4B9DFA96-C714-49E1-9997-71009623CA90}" srcOrd="2" destOrd="0" presId="urn:microsoft.com/office/officeart/2005/8/layout/hierarchy3"/>
    <dgm:cxn modelId="{82C4D871-7B92-432F-A896-A0534A149E0C}" type="presParOf" srcId="{AE1F92C0-18A7-4C8B-B7B6-D3EAC58E7128}" destId="{3DCA09E7-2121-41C2-BAA6-F55264D3BDF1}" srcOrd="3" destOrd="0" presId="urn:microsoft.com/office/officeart/2005/8/layout/hierarchy3"/>
    <dgm:cxn modelId="{8A29F41A-1019-4284-AC46-0457A1197EF9}" type="presParOf" srcId="{5E00DBFB-B63E-47AE-9F8D-B6699B1DC7E5}" destId="{31BC98AC-22F5-4696-9E65-5163FF7138C1}" srcOrd="3" destOrd="0" presId="urn:microsoft.com/office/officeart/2005/8/layout/hierarchy3"/>
    <dgm:cxn modelId="{A03DA8C5-C806-4E9D-9D30-28212DAAC646}" type="presParOf" srcId="{31BC98AC-22F5-4696-9E65-5163FF7138C1}" destId="{58024A81-AD3D-4E02-B392-4A7C6C8EFCB3}" srcOrd="0" destOrd="0" presId="urn:microsoft.com/office/officeart/2005/8/layout/hierarchy3"/>
    <dgm:cxn modelId="{9286E438-E2E6-4A92-B888-E9217852A93D}" type="presParOf" srcId="{58024A81-AD3D-4E02-B392-4A7C6C8EFCB3}" destId="{9390E8AF-4025-4EEE-BA40-5C638CC28024}" srcOrd="0" destOrd="0" presId="urn:microsoft.com/office/officeart/2005/8/layout/hierarchy3"/>
    <dgm:cxn modelId="{60E4BCFA-9182-4F93-B135-71201F89EB78}" type="presParOf" srcId="{58024A81-AD3D-4E02-B392-4A7C6C8EFCB3}" destId="{845416D5-035C-4FE2-B743-2052DF25A913}" srcOrd="1" destOrd="0" presId="urn:microsoft.com/office/officeart/2005/8/layout/hierarchy3"/>
    <dgm:cxn modelId="{AC4B1C99-36DA-469E-A6EE-DEF8EDBBD98A}" type="presParOf" srcId="{31BC98AC-22F5-4696-9E65-5163FF7138C1}" destId="{E17AA869-CA90-4F43-AAAC-B86FB6C4A651}" srcOrd="1" destOrd="0" presId="urn:microsoft.com/office/officeart/2005/8/layout/hierarchy3"/>
    <dgm:cxn modelId="{513EA541-B7E8-4E25-9FC3-45BBCDC1D0EF}" type="presParOf" srcId="{E17AA869-CA90-4F43-AAAC-B86FB6C4A651}" destId="{C8A45391-9179-4A28-800F-7A119505E816}" srcOrd="0" destOrd="0" presId="urn:microsoft.com/office/officeart/2005/8/layout/hierarchy3"/>
    <dgm:cxn modelId="{EE1F5D52-BD6D-4826-B661-B294AD29C1AA}" type="presParOf" srcId="{E17AA869-CA90-4F43-AAAC-B86FB6C4A651}" destId="{A2CCB8F2-97F3-4A55-8BC8-E7373F796182}" srcOrd="1" destOrd="0" presId="urn:microsoft.com/office/officeart/2005/8/layout/hierarchy3"/>
    <dgm:cxn modelId="{27EE2253-267A-4D22-AB39-1B2A68A11340}" type="presParOf" srcId="{E17AA869-CA90-4F43-AAAC-B86FB6C4A651}" destId="{99F84319-6A23-49F7-8D4B-8FBC0506BD6E}" srcOrd="2" destOrd="0" presId="urn:microsoft.com/office/officeart/2005/8/layout/hierarchy3"/>
    <dgm:cxn modelId="{6913BFAD-90B2-407B-AE0F-B4C1CD009C6C}" type="presParOf" srcId="{E17AA869-CA90-4F43-AAAC-B86FB6C4A651}" destId="{476BC802-FC7B-4FB3-9D34-7AED39C48E67}" srcOrd="3" destOrd="0" presId="urn:microsoft.com/office/officeart/2005/8/layout/hierarchy3"/>
    <dgm:cxn modelId="{8B483EBA-27BB-4FD8-B60F-D6F2DC634234}" type="presParOf" srcId="{E17AA869-CA90-4F43-AAAC-B86FB6C4A651}" destId="{C59C58BF-A627-4D11-91E1-02EAC02B9954}" srcOrd="4" destOrd="0" presId="urn:microsoft.com/office/officeart/2005/8/layout/hierarchy3"/>
    <dgm:cxn modelId="{3B68BC06-0B42-437D-860C-03E161FB05FD}" type="presParOf" srcId="{E17AA869-CA90-4F43-AAAC-B86FB6C4A651}" destId="{DDDB7A43-19AE-4494-A17C-3E511F4244B3}" srcOrd="5" destOrd="0" presId="urn:microsoft.com/office/officeart/2005/8/layout/hierarchy3"/>
    <dgm:cxn modelId="{9C37BFE6-F48E-4ADA-AFFE-3EE6095C5D54}" type="presParOf" srcId="{5E00DBFB-B63E-47AE-9F8D-B6699B1DC7E5}" destId="{36E2EDCF-AA89-457C-AA3B-159A42910BA3}" srcOrd="4" destOrd="0" presId="urn:microsoft.com/office/officeart/2005/8/layout/hierarchy3"/>
    <dgm:cxn modelId="{B9175160-96BD-4DB1-BB29-AC9C3CAEF512}" type="presParOf" srcId="{36E2EDCF-AA89-457C-AA3B-159A42910BA3}" destId="{FB12213D-0F6F-4392-94D1-19F3CF0B773C}" srcOrd="0" destOrd="0" presId="urn:microsoft.com/office/officeart/2005/8/layout/hierarchy3"/>
    <dgm:cxn modelId="{42E00513-1ADC-4665-BED3-BF0AD73FA6A4}" type="presParOf" srcId="{FB12213D-0F6F-4392-94D1-19F3CF0B773C}" destId="{FDCC39F8-4316-48B7-A561-D0CBBE819BB2}" srcOrd="0" destOrd="0" presId="urn:microsoft.com/office/officeart/2005/8/layout/hierarchy3"/>
    <dgm:cxn modelId="{B7110611-E2DC-497B-A0FF-5D7D8EAF9595}" type="presParOf" srcId="{FB12213D-0F6F-4392-94D1-19F3CF0B773C}" destId="{A534B410-314E-43A4-A02C-5BA99768C69A}" srcOrd="1" destOrd="0" presId="urn:microsoft.com/office/officeart/2005/8/layout/hierarchy3"/>
    <dgm:cxn modelId="{106DE2E8-87A6-4BFA-9AE3-27E64705F5AC}" type="presParOf" srcId="{36E2EDCF-AA89-457C-AA3B-159A42910BA3}" destId="{60F1420C-B00A-4329-9826-D389FAF196F9}" srcOrd="1" destOrd="0" presId="urn:microsoft.com/office/officeart/2005/8/layout/hierarchy3"/>
    <dgm:cxn modelId="{9C0CFDF1-F7ED-4625-A8B6-9DE1F96F2D31}" type="presParOf" srcId="{60F1420C-B00A-4329-9826-D389FAF196F9}" destId="{34D032CB-5924-43DE-8BAD-C6C0E2FA37EB}" srcOrd="0" destOrd="0" presId="urn:microsoft.com/office/officeart/2005/8/layout/hierarchy3"/>
    <dgm:cxn modelId="{A7BD3270-C61D-475C-B8EE-27222BA6F38B}" type="presParOf" srcId="{60F1420C-B00A-4329-9826-D389FAF196F9}" destId="{B30A95C2-2913-430A-8684-3FDABE4DE539}" srcOrd="1" destOrd="0" presId="urn:microsoft.com/office/officeart/2005/8/layout/hierarchy3"/>
    <dgm:cxn modelId="{982BA428-70C2-4651-A3F8-54E8300110EA}" type="presParOf" srcId="{60F1420C-B00A-4329-9826-D389FAF196F9}" destId="{7011ACB4-3B0D-4DB4-A73C-4737EC636ECB}" srcOrd="2" destOrd="0" presId="urn:microsoft.com/office/officeart/2005/8/layout/hierarchy3"/>
    <dgm:cxn modelId="{5325FB5F-C54C-4FC5-916B-4A72D41C8382}" type="presParOf" srcId="{60F1420C-B00A-4329-9826-D389FAF196F9}" destId="{0709F53E-D3B5-43BA-9C3A-D33055C674BE}" srcOrd="3" destOrd="0" presId="urn:microsoft.com/office/officeart/2005/8/layout/hierarchy3"/>
    <dgm:cxn modelId="{8F1994E9-07F0-4CC1-9AEF-7DD2E79AB25C}" type="presParOf" srcId="{60F1420C-B00A-4329-9826-D389FAF196F9}" destId="{A7DA6E6A-05C6-4ACC-AA8F-545DF50D2A87}" srcOrd="4" destOrd="0" presId="urn:microsoft.com/office/officeart/2005/8/layout/hierarchy3"/>
    <dgm:cxn modelId="{29BC3B8D-7731-4074-BB01-A75341A1CE09}" type="presParOf" srcId="{60F1420C-B00A-4329-9826-D389FAF196F9}" destId="{CC5E272E-39BA-44B5-9947-F15E9DAE915E}"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5C5A55-B3E2-40B6-B191-15C91FCC7BCF}" type="doc">
      <dgm:prSet loTypeId="urn:microsoft.com/office/officeart/2005/8/layout/vList5" loCatId="list" qsTypeId="urn:microsoft.com/office/officeart/2005/8/quickstyle/simple1" qsCatId="simple" csTypeId="urn:microsoft.com/office/officeart/2005/8/colors/colorful5" csCatId="colorful"/>
      <dgm:spPr/>
      <dgm:t>
        <a:bodyPr/>
        <a:lstStyle/>
        <a:p>
          <a:endParaRPr lang="fr-FR"/>
        </a:p>
      </dgm:t>
    </dgm:pt>
    <dgm:pt modelId="{FC06B52D-03C3-4A9D-A729-7B7701B268E1}">
      <dgm:prSet/>
      <dgm:spPr/>
      <dgm:t>
        <a:bodyPr/>
        <a:lstStyle/>
        <a:p>
          <a:r>
            <a:rPr lang="en-US" b="1"/>
            <a:t>Main KPI</a:t>
          </a:r>
          <a:endParaRPr lang="fr-FR"/>
        </a:p>
      </dgm:t>
    </dgm:pt>
    <dgm:pt modelId="{97639C73-E4EC-404F-8540-E014ED82B68A}" type="parTrans" cxnId="{CC98132F-5D55-487B-9BF0-E6BC468E97CF}">
      <dgm:prSet/>
      <dgm:spPr/>
      <dgm:t>
        <a:bodyPr/>
        <a:lstStyle/>
        <a:p>
          <a:endParaRPr lang="fr-FR"/>
        </a:p>
      </dgm:t>
    </dgm:pt>
    <dgm:pt modelId="{BB279653-9B2D-4E50-9A2A-58BCEAC5D624}" type="sibTrans" cxnId="{CC98132F-5D55-487B-9BF0-E6BC468E97CF}">
      <dgm:prSet/>
      <dgm:spPr/>
      <dgm:t>
        <a:bodyPr/>
        <a:lstStyle/>
        <a:p>
          <a:endParaRPr lang="fr-FR"/>
        </a:p>
      </dgm:t>
    </dgm:pt>
    <dgm:pt modelId="{7AFC713A-4B9F-41E5-9B42-A2240491F8E2}">
      <dgm:prSet custT="1"/>
      <dgm:spPr/>
      <dgm:t>
        <a:bodyPr/>
        <a:lstStyle/>
        <a:p>
          <a:r>
            <a:rPr lang="en-US" sz="2000" dirty="0"/>
            <a:t>Total categories: </a:t>
          </a:r>
          <a:r>
            <a:rPr lang="en-US" sz="2000" b="1" dirty="0"/>
            <a:t>11</a:t>
          </a:r>
          <a:endParaRPr lang="fr-FR" sz="2000" b="1" dirty="0"/>
        </a:p>
      </dgm:t>
    </dgm:pt>
    <dgm:pt modelId="{0654A54C-339E-464F-AE1C-80B417BDF931}" type="parTrans" cxnId="{9FAB4B5F-304E-4695-AB7F-0D43F1E998CE}">
      <dgm:prSet/>
      <dgm:spPr/>
      <dgm:t>
        <a:bodyPr/>
        <a:lstStyle/>
        <a:p>
          <a:endParaRPr lang="fr-FR"/>
        </a:p>
      </dgm:t>
    </dgm:pt>
    <dgm:pt modelId="{B48C3E2F-EDDA-4F4C-96B9-9B87EE1260D0}" type="sibTrans" cxnId="{9FAB4B5F-304E-4695-AB7F-0D43F1E998CE}">
      <dgm:prSet/>
      <dgm:spPr/>
      <dgm:t>
        <a:bodyPr/>
        <a:lstStyle/>
        <a:p>
          <a:endParaRPr lang="fr-FR"/>
        </a:p>
      </dgm:t>
    </dgm:pt>
    <dgm:pt modelId="{770705D7-734B-4C6B-9400-0E46DFE42F10}">
      <dgm:prSet/>
      <dgm:spPr/>
      <dgm:t>
        <a:bodyPr/>
        <a:lstStyle/>
        <a:p>
          <a:r>
            <a:rPr lang="en-US" b="1"/>
            <a:t>Average number of instructors per course (by category)</a:t>
          </a:r>
          <a:endParaRPr lang="fr-FR"/>
        </a:p>
      </dgm:t>
    </dgm:pt>
    <dgm:pt modelId="{BFA36DAC-0FC8-4D4C-AE41-D0AC015B9A97}" type="parTrans" cxnId="{F11CAD11-34A1-488E-AC74-6C355A7BE283}">
      <dgm:prSet/>
      <dgm:spPr/>
      <dgm:t>
        <a:bodyPr/>
        <a:lstStyle/>
        <a:p>
          <a:endParaRPr lang="fr-FR"/>
        </a:p>
      </dgm:t>
    </dgm:pt>
    <dgm:pt modelId="{F52239C6-A62C-4E5D-B4DF-1006F5C96819}" type="sibTrans" cxnId="{F11CAD11-34A1-488E-AC74-6C355A7BE283}">
      <dgm:prSet/>
      <dgm:spPr/>
      <dgm:t>
        <a:bodyPr/>
        <a:lstStyle/>
        <a:p>
          <a:endParaRPr lang="fr-FR"/>
        </a:p>
      </dgm:t>
    </dgm:pt>
    <dgm:pt modelId="{68B0A1A6-5C98-4017-B672-135FF9556960}">
      <dgm:prSet custT="1"/>
      <dgm:spPr/>
      <dgm:t>
        <a:bodyPr/>
        <a:lstStyle/>
        <a:p>
          <a:r>
            <a:rPr lang="en-US" sz="2000" dirty="0"/>
            <a:t>Social Sciences → </a:t>
          </a:r>
          <a:r>
            <a:rPr lang="en-US" sz="2000" b="1" dirty="0"/>
            <a:t>1.50</a:t>
          </a:r>
          <a:endParaRPr lang="fr-FR" sz="2000" dirty="0"/>
        </a:p>
      </dgm:t>
    </dgm:pt>
    <dgm:pt modelId="{4F368774-791B-415B-86D9-B6558FE374F6}" type="parTrans" cxnId="{D5C648DB-6716-4F97-8ADD-257FCD4C3B7B}">
      <dgm:prSet/>
      <dgm:spPr/>
      <dgm:t>
        <a:bodyPr/>
        <a:lstStyle/>
        <a:p>
          <a:endParaRPr lang="fr-FR"/>
        </a:p>
      </dgm:t>
    </dgm:pt>
    <dgm:pt modelId="{5720E6D0-DF38-4551-ACA9-B1416DFE423E}" type="sibTrans" cxnId="{D5C648DB-6716-4F97-8ADD-257FCD4C3B7B}">
      <dgm:prSet/>
      <dgm:spPr/>
      <dgm:t>
        <a:bodyPr/>
        <a:lstStyle/>
        <a:p>
          <a:endParaRPr lang="fr-FR"/>
        </a:p>
      </dgm:t>
    </dgm:pt>
    <dgm:pt modelId="{42D26748-4A76-40DD-B78E-11EDA070CB56}">
      <dgm:prSet custT="1"/>
      <dgm:spPr/>
      <dgm:t>
        <a:bodyPr/>
        <a:lstStyle/>
        <a:p>
          <a:r>
            <a:rPr lang="en-US" sz="2000" dirty="0"/>
            <a:t>Health → </a:t>
          </a:r>
          <a:r>
            <a:rPr lang="en-US" sz="2000" b="1" dirty="0"/>
            <a:t>1.14</a:t>
          </a:r>
          <a:endParaRPr lang="fr-FR" sz="2000" dirty="0"/>
        </a:p>
      </dgm:t>
    </dgm:pt>
    <dgm:pt modelId="{68BEFB51-A975-4DEF-A578-422D9D2593D9}" type="parTrans" cxnId="{91DC9043-64FF-4AC4-B268-203840652644}">
      <dgm:prSet/>
      <dgm:spPr/>
      <dgm:t>
        <a:bodyPr/>
        <a:lstStyle/>
        <a:p>
          <a:endParaRPr lang="fr-FR"/>
        </a:p>
      </dgm:t>
    </dgm:pt>
    <dgm:pt modelId="{A64B206B-D937-4763-AF3B-4D9C0A58AACB}" type="sibTrans" cxnId="{91DC9043-64FF-4AC4-B268-203840652644}">
      <dgm:prSet/>
      <dgm:spPr/>
      <dgm:t>
        <a:bodyPr/>
        <a:lstStyle/>
        <a:p>
          <a:endParaRPr lang="fr-FR"/>
        </a:p>
      </dgm:t>
    </dgm:pt>
    <dgm:pt modelId="{F24FE333-67E7-430E-BFDD-0453D5A375F3}">
      <dgm:prSet custT="1"/>
      <dgm:spPr/>
      <dgm:t>
        <a:bodyPr/>
        <a:lstStyle/>
        <a:p>
          <a:r>
            <a:rPr lang="en-US" sz="2000" dirty="0"/>
            <a:t>Business → </a:t>
          </a:r>
          <a:r>
            <a:rPr lang="en-US" sz="2000" b="1" dirty="0"/>
            <a:t>1.03</a:t>
          </a:r>
          <a:endParaRPr lang="fr-FR" sz="2000" dirty="0"/>
        </a:p>
      </dgm:t>
    </dgm:pt>
    <dgm:pt modelId="{6D35327F-294E-450E-87FA-F480BB16376D}" type="parTrans" cxnId="{FFEBDCA7-8E5F-452E-A058-A3CFCE397E05}">
      <dgm:prSet/>
      <dgm:spPr/>
      <dgm:t>
        <a:bodyPr/>
        <a:lstStyle/>
        <a:p>
          <a:endParaRPr lang="fr-FR"/>
        </a:p>
      </dgm:t>
    </dgm:pt>
    <dgm:pt modelId="{CA3BADBC-F013-4B5B-A3FB-67E5882902F4}" type="sibTrans" cxnId="{FFEBDCA7-8E5F-452E-A058-A3CFCE397E05}">
      <dgm:prSet/>
      <dgm:spPr/>
      <dgm:t>
        <a:bodyPr/>
        <a:lstStyle/>
        <a:p>
          <a:endParaRPr lang="fr-FR"/>
        </a:p>
      </dgm:t>
    </dgm:pt>
    <dgm:pt modelId="{5F7E73CF-3C49-4824-B2E6-0167A72E907A}">
      <dgm:prSet/>
      <dgm:spPr/>
      <dgm:t>
        <a:bodyPr/>
        <a:lstStyle/>
        <a:p>
          <a:r>
            <a:rPr lang="en-US" b="1"/>
            <a:t>Average number of skills per course (by category)</a:t>
          </a:r>
          <a:endParaRPr lang="fr-FR"/>
        </a:p>
      </dgm:t>
    </dgm:pt>
    <dgm:pt modelId="{5A9376EB-EFF4-4076-AA35-FEBF85084519}" type="parTrans" cxnId="{588B2EC2-0B38-4000-90A0-9E5C1996DC05}">
      <dgm:prSet/>
      <dgm:spPr/>
      <dgm:t>
        <a:bodyPr/>
        <a:lstStyle/>
        <a:p>
          <a:endParaRPr lang="fr-FR"/>
        </a:p>
      </dgm:t>
    </dgm:pt>
    <dgm:pt modelId="{8196E54F-BBF5-4F8A-A238-458A362E9B34}" type="sibTrans" cxnId="{588B2EC2-0B38-4000-90A0-9E5C1996DC05}">
      <dgm:prSet/>
      <dgm:spPr/>
      <dgm:t>
        <a:bodyPr/>
        <a:lstStyle/>
        <a:p>
          <a:endParaRPr lang="fr-FR"/>
        </a:p>
      </dgm:t>
    </dgm:pt>
    <dgm:pt modelId="{106B350A-5F9F-472C-9426-19E95EE5065C}">
      <dgm:prSet custT="1"/>
      <dgm:spPr/>
      <dgm:t>
        <a:bodyPr/>
        <a:lstStyle/>
        <a:p>
          <a:r>
            <a:rPr lang="en-US" sz="2000" dirty="0"/>
            <a:t>Personal Development → </a:t>
          </a:r>
          <a:r>
            <a:rPr lang="en-US" sz="2000" b="1" dirty="0"/>
            <a:t>2.50</a:t>
          </a:r>
          <a:endParaRPr lang="fr-FR" sz="2000" dirty="0"/>
        </a:p>
      </dgm:t>
    </dgm:pt>
    <dgm:pt modelId="{4241A89D-BE50-4D33-B622-099C612DA106}" type="parTrans" cxnId="{9784DFAB-7EFE-44BA-8903-68323EA1980D}">
      <dgm:prSet/>
      <dgm:spPr/>
      <dgm:t>
        <a:bodyPr/>
        <a:lstStyle/>
        <a:p>
          <a:endParaRPr lang="fr-FR"/>
        </a:p>
      </dgm:t>
    </dgm:pt>
    <dgm:pt modelId="{CAF1165E-B8CA-4FC1-92D1-A2A050D05851}" type="sibTrans" cxnId="{9784DFAB-7EFE-44BA-8903-68323EA1980D}">
      <dgm:prSet/>
      <dgm:spPr/>
      <dgm:t>
        <a:bodyPr/>
        <a:lstStyle/>
        <a:p>
          <a:endParaRPr lang="fr-FR"/>
        </a:p>
      </dgm:t>
    </dgm:pt>
    <dgm:pt modelId="{C1DE5D49-0421-4571-B181-BA9971CE4F04}">
      <dgm:prSet custT="1"/>
      <dgm:spPr/>
      <dgm:t>
        <a:bodyPr/>
        <a:lstStyle/>
        <a:p>
          <a:r>
            <a:rPr lang="en-US" sz="2000"/>
            <a:t>Business → </a:t>
          </a:r>
          <a:r>
            <a:rPr lang="en-US" sz="2000" b="1"/>
            <a:t>2.10</a:t>
          </a:r>
          <a:endParaRPr lang="fr-FR" sz="2000"/>
        </a:p>
      </dgm:t>
    </dgm:pt>
    <dgm:pt modelId="{3944CB0C-5B0B-4699-8755-13A4DE50C6B5}" type="parTrans" cxnId="{8C0B6A3A-501A-4342-8F49-47C79392330C}">
      <dgm:prSet/>
      <dgm:spPr/>
      <dgm:t>
        <a:bodyPr/>
        <a:lstStyle/>
        <a:p>
          <a:endParaRPr lang="fr-FR"/>
        </a:p>
      </dgm:t>
    </dgm:pt>
    <dgm:pt modelId="{7575BB87-39C2-4D7A-8C2F-E1DFA2193B51}" type="sibTrans" cxnId="{8C0B6A3A-501A-4342-8F49-47C79392330C}">
      <dgm:prSet/>
      <dgm:spPr/>
      <dgm:t>
        <a:bodyPr/>
        <a:lstStyle/>
        <a:p>
          <a:endParaRPr lang="fr-FR"/>
        </a:p>
      </dgm:t>
    </dgm:pt>
    <dgm:pt modelId="{F2DC2819-EE18-4A44-9B50-9E85A4DE920A}">
      <dgm:prSet custT="1"/>
      <dgm:spPr/>
      <dgm:t>
        <a:bodyPr/>
        <a:lstStyle/>
        <a:p>
          <a:r>
            <a:rPr lang="en-US" sz="2000" dirty="0"/>
            <a:t>Math &amp; Logical → </a:t>
          </a:r>
          <a:r>
            <a:rPr lang="en-US" sz="2000" b="1" dirty="0"/>
            <a:t>1.90</a:t>
          </a:r>
          <a:endParaRPr lang="fr-FR" sz="2000" dirty="0"/>
        </a:p>
      </dgm:t>
    </dgm:pt>
    <dgm:pt modelId="{757949F4-6AA1-4856-B929-97652F83C5B4}" type="parTrans" cxnId="{4D2346A8-8FE2-43DA-BBCF-E43D37A214A5}">
      <dgm:prSet/>
      <dgm:spPr/>
      <dgm:t>
        <a:bodyPr/>
        <a:lstStyle/>
        <a:p>
          <a:endParaRPr lang="fr-FR"/>
        </a:p>
      </dgm:t>
    </dgm:pt>
    <dgm:pt modelId="{F8BB189E-5A93-40C9-B1F2-21B25E6C2FF4}" type="sibTrans" cxnId="{4D2346A8-8FE2-43DA-BBCF-E43D37A214A5}">
      <dgm:prSet/>
      <dgm:spPr/>
      <dgm:t>
        <a:bodyPr/>
        <a:lstStyle/>
        <a:p>
          <a:endParaRPr lang="fr-FR"/>
        </a:p>
      </dgm:t>
    </dgm:pt>
    <dgm:pt modelId="{3025DC33-9F7B-41BC-AA1C-F7860547CF67}">
      <dgm:prSet/>
      <dgm:spPr/>
      <dgm:t>
        <a:bodyPr/>
        <a:lstStyle/>
        <a:p>
          <a:r>
            <a:rPr lang="en-US" b="1"/>
            <a:t>Combined overview</a:t>
          </a:r>
          <a:endParaRPr lang="fr-FR"/>
        </a:p>
      </dgm:t>
    </dgm:pt>
    <dgm:pt modelId="{2F68CF96-A79C-4F79-8A79-AF591E2913C8}" type="parTrans" cxnId="{D97FB5CE-0367-483F-9792-5B4CA319B214}">
      <dgm:prSet/>
      <dgm:spPr/>
      <dgm:t>
        <a:bodyPr/>
        <a:lstStyle/>
        <a:p>
          <a:endParaRPr lang="fr-FR"/>
        </a:p>
      </dgm:t>
    </dgm:pt>
    <dgm:pt modelId="{4E76A5E8-2529-4209-8559-5603AD34A60F}" type="sibTrans" cxnId="{D97FB5CE-0367-483F-9792-5B4CA319B214}">
      <dgm:prSet/>
      <dgm:spPr/>
      <dgm:t>
        <a:bodyPr/>
        <a:lstStyle/>
        <a:p>
          <a:endParaRPr lang="fr-FR"/>
        </a:p>
      </dgm:t>
    </dgm:pt>
    <dgm:pt modelId="{64E16F0F-C8A8-4F3E-BDD1-208EF8A01FBA}">
      <dgm:prSet custT="1"/>
      <dgm:spPr/>
      <dgm:t>
        <a:bodyPr/>
        <a:lstStyle/>
        <a:p>
          <a:r>
            <a:rPr lang="en-US" sz="2000" dirty="0"/>
            <a:t>Grouped column chart showing </a:t>
          </a:r>
          <a:r>
            <a:rPr lang="en-US" sz="2000" b="1" dirty="0"/>
            <a:t>Total Courses</a:t>
          </a:r>
          <a:r>
            <a:rPr lang="en-US" sz="2000" dirty="0"/>
            <a:t>, </a:t>
          </a:r>
          <a:r>
            <a:rPr lang="en-US" sz="2000" b="1" dirty="0"/>
            <a:t>Total Skills</a:t>
          </a:r>
          <a:r>
            <a:rPr lang="en-US" sz="2000" dirty="0"/>
            <a:t>, and </a:t>
          </a:r>
          <a:r>
            <a:rPr lang="en-US" sz="2000" b="1" dirty="0"/>
            <a:t>Total Instructors</a:t>
          </a:r>
          <a:r>
            <a:rPr lang="en-US" sz="2000" dirty="0"/>
            <a:t> per category.</a:t>
          </a:r>
          <a:endParaRPr lang="fr-FR" sz="2000" dirty="0"/>
        </a:p>
      </dgm:t>
    </dgm:pt>
    <dgm:pt modelId="{0566CF23-483E-4B5D-92BD-BCF8017160DE}" type="parTrans" cxnId="{9CF806CE-2825-416A-88BF-D3A25A0B73D7}">
      <dgm:prSet/>
      <dgm:spPr/>
      <dgm:t>
        <a:bodyPr/>
        <a:lstStyle/>
        <a:p>
          <a:endParaRPr lang="fr-FR"/>
        </a:p>
      </dgm:t>
    </dgm:pt>
    <dgm:pt modelId="{133DC177-9F2B-4952-ADEF-B7A6BDBDD484}" type="sibTrans" cxnId="{9CF806CE-2825-416A-88BF-D3A25A0B73D7}">
      <dgm:prSet/>
      <dgm:spPr/>
      <dgm:t>
        <a:bodyPr/>
        <a:lstStyle/>
        <a:p>
          <a:endParaRPr lang="fr-FR"/>
        </a:p>
      </dgm:t>
    </dgm:pt>
    <dgm:pt modelId="{17146117-040D-4ED4-A8AB-1A88242CB6C7}" type="pres">
      <dgm:prSet presAssocID="{B35C5A55-B3E2-40B6-B191-15C91FCC7BCF}" presName="Name0" presStyleCnt="0">
        <dgm:presLayoutVars>
          <dgm:dir/>
          <dgm:animLvl val="lvl"/>
          <dgm:resizeHandles val="exact"/>
        </dgm:presLayoutVars>
      </dgm:prSet>
      <dgm:spPr/>
    </dgm:pt>
    <dgm:pt modelId="{B3F290B2-8A28-4A16-8545-D419121F2D25}" type="pres">
      <dgm:prSet presAssocID="{FC06B52D-03C3-4A9D-A729-7B7701B268E1}" presName="linNode" presStyleCnt="0"/>
      <dgm:spPr/>
    </dgm:pt>
    <dgm:pt modelId="{C14A86CA-D0E2-4936-A914-5A37BAA9EBC2}" type="pres">
      <dgm:prSet presAssocID="{FC06B52D-03C3-4A9D-A729-7B7701B268E1}" presName="parentText" presStyleLbl="node1" presStyleIdx="0" presStyleCnt="4">
        <dgm:presLayoutVars>
          <dgm:chMax val="1"/>
          <dgm:bulletEnabled val="1"/>
        </dgm:presLayoutVars>
      </dgm:prSet>
      <dgm:spPr/>
    </dgm:pt>
    <dgm:pt modelId="{32640B86-5A6A-4013-94D0-08EADDDA0DFD}" type="pres">
      <dgm:prSet presAssocID="{FC06B52D-03C3-4A9D-A729-7B7701B268E1}" presName="descendantText" presStyleLbl="alignAccFollowNode1" presStyleIdx="0" presStyleCnt="4">
        <dgm:presLayoutVars>
          <dgm:bulletEnabled val="1"/>
        </dgm:presLayoutVars>
      </dgm:prSet>
      <dgm:spPr/>
    </dgm:pt>
    <dgm:pt modelId="{0AE52222-7309-4CFB-B8C5-192E6BF518FF}" type="pres">
      <dgm:prSet presAssocID="{BB279653-9B2D-4E50-9A2A-58BCEAC5D624}" presName="sp" presStyleCnt="0"/>
      <dgm:spPr/>
    </dgm:pt>
    <dgm:pt modelId="{599A9CAB-593A-4681-8FD3-3323F4EB181B}" type="pres">
      <dgm:prSet presAssocID="{770705D7-734B-4C6B-9400-0E46DFE42F10}" presName="linNode" presStyleCnt="0"/>
      <dgm:spPr/>
    </dgm:pt>
    <dgm:pt modelId="{B0743756-9C35-40F3-9E9A-17CE96ECC77B}" type="pres">
      <dgm:prSet presAssocID="{770705D7-734B-4C6B-9400-0E46DFE42F10}" presName="parentText" presStyleLbl="node1" presStyleIdx="1" presStyleCnt="4">
        <dgm:presLayoutVars>
          <dgm:chMax val="1"/>
          <dgm:bulletEnabled val="1"/>
        </dgm:presLayoutVars>
      </dgm:prSet>
      <dgm:spPr/>
    </dgm:pt>
    <dgm:pt modelId="{2E835145-F37E-4AA6-8DF7-57AC02F691CA}" type="pres">
      <dgm:prSet presAssocID="{770705D7-734B-4C6B-9400-0E46DFE42F10}" presName="descendantText" presStyleLbl="alignAccFollowNode1" presStyleIdx="1" presStyleCnt="4">
        <dgm:presLayoutVars>
          <dgm:bulletEnabled val="1"/>
        </dgm:presLayoutVars>
      </dgm:prSet>
      <dgm:spPr/>
    </dgm:pt>
    <dgm:pt modelId="{D0F841C3-AEF9-4BA0-ACA8-0479FC3FBB0A}" type="pres">
      <dgm:prSet presAssocID="{F52239C6-A62C-4E5D-B4DF-1006F5C96819}" presName="sp" presStyleCnt="0"/>
      <dgm:spPr/>
    </dgm:pt>
    <dgm:pt modelId="{FADED86C-387A-4241-BD9E-D4D1611A7FF5}" type="pres">
      <dgm:prSet presAssocID="{5F7E73CF-3C49-4824-B2E6-0167A72E907A}" presName="linNode" presStyleCnt="0"/>
      <dgm:spPr/>
    </dgm:pt>
    <dgm:pt modelId="{5C451CB5-2C64-43B0-B09C-D980F15F291E}" type="pres">
      <dgm:prSet presAssocID="{5F7E73CF-3C49-4824-B2E6-0167A72E907A}" presName="parentText" presStyleLbl="node1" presStyleIdx="2" presStyleCnt="4">
        <dgm:presLayoutVars>
          <dgm:chMax val="1"/>
          <dgm:bulletEnabled val="1"/>
        </dgm:presLayoutVars>
      </dgm:prSet>
      <dgm:spPr/>
    </dgm:pt>
    <dgm:pt modelId="{78C9EB9C-CD38-4AA8-8D4F-11F08E264F22}" type="pres">
      <dgm:prSet presAssocID="{5F7E73CF-3C49-4824-B2E6-0167A72E907A}" presName="descendantText" presStyleLbl="alignAccFollowNode1" presStyleIdx="2" presStyleCnt="4">
        <dgm:presLayoutVars>
          <dgm:bulletEnabled val="1"/>
        </dgm:presLayoutVars>
      </dgm:prSet>
      <dgm:spPr/>
    </dgm:pt>
    <dgm:pt modelId="{2FD77E6C-C009-4FC7-8877-8212C3FDDE88}" type="pres">
      <dgm:prSet presAssocID="{8196E54F-BBF5-4F8A-A238-458A362E9B34}" presName="sp" presStyleCnt="0"/>
      <dgm:spPr/>
    </dgm:pt>
    <dgm:pt modelId="{C764F214-F55A-449D-8DD7-2E025EAB112B}" type="pres">
      <dgm:prSet presAssocID="{3025DC33-9F7B-41BC-AA1C-F7860547CF67}" presName="linNode" presStyleCnt="0"/>
      <dgm:spPr/>
    </dgm:pt>
    <dgm:pt modelId="{96F0DEF2-EF4C-4C21-98EB-F74F2B18037B}" type="pres">
      <dgm:prSet presAssocID="{3025DC33-9F7B-41BC-AA1C-F7860547CF67}" presName="parentText" presStyleLbl="node1" presStyleIdx="3" presStyleCnt="4">
        <dgm:presLayoutVars>
          <dgm:chMax val="1"/>
          <dgm:bulletEnabled val="1"/>
        </dgm:presLayoutVars>
      </dgm:prSet>
      <dgm:spPr/>
    </dgm:pt>
    <dgm:pt modelId="{D08C61A3-D108-46DF-862B-C4E1F7792B87}" type="pres">
      <dgm:prSet presAssocID="{3025DC33-9F7B-41BC-AA1C-F7860547CF67}" presName="descendantText" presStyleLbl="alignAccFollowNode1" presStyleIdx="3" presStyleCnt="4">
        <dgm:presLayoutVars>
          <dgm:bulletEnabled val="1"/>
        </dgm:presLayoutVars>
      </dgm:prSet>
      <dgm:spPr/>
    </dgm:pt>
  </dgm:ptLst>
  <dgm:cxnLst>
    <dgm:cxn modelId="{A8A62906-B8DE-4F14-A35D-91B3FFA7FC74}" type="presOf" srcId="{7AFC713A-4B9F-41E5-9B42-A2240491F8E2}" destId="{32640B86-5A6A-4013-94D0-08EADDDA0DFD}" srcOrd="0" destOrd="0" presId="urn:microsoft.com/office/officeart/2005/8/layout/vList5"/>
    <dgm:cxn modelId="{F11CAD11-34A1-488E-AC74-6C355A7BE283}" srcId="{B35C5A55-B3E2-40B6-B191-15C91FCC7BCF}" destId="{770705D7-734B-4C6B-9400-0E46DFE42F10}" srcOrd="1" destOrd="0" parTransId="{BFA36DAC-0FC8-4D4C-AE41-D0AC015B9A97}" sibTransId="{F52239C6-A62C-4E5D-B4DF-1006F5C96819}"/>
    <dgm:cxn modelId="{B4B3302A-DDC1-4966-80E8-6084B1DB7F0D}" type="presOf" srcId="{64E16F0F-C8A8-4F3E-BDD1-208EF8A01FBA}" destId="{D08C61A3-D108-46DF-862B-C4E1F7792B87}" srcOrd="0" destOrd="0" presId="urn:microsoft.com/office/officeart/2005/8/layout/vList5"/>
    <dgm:cxn modelId="{CC98132F-5D55-487B-9BF0-E6BC468E97CF}" srcId="{B35C5A55-B3E2-40B6-B191-15C91FCC7BCF}" destId="{FC06B52D-03C3-4A9D-A729-7B7701B268E1}" srcOrd="0" destOrd="0" parTransId="{97639C73-E4EC-404F-8540-E014ED82B68A}" sibTransId="{BB279653-9B2D-4E50-9A2A-58BCEAC5D624}"/>
    <dgm:cxn modelId="{6DDCC537-13C4-4F96-93BA-42BFD9B7F7D8}" type="presOf" srcId="{68B0A1A6-5C98-4017-B672-135FF9556960}" destId="{2E835145-F37E-4AA6-8DF7-57AC02F691CA}" srcOrd="0" destOrd="0" presId="urn:microsoft.com/office/officeart/2005/8/layout/vList5"/>
    <dgm:cxn modelId="{8C0B6A3A-501A-4342-8F49-47C79392330C}" srcId="{5F7E73CF-3C49-4824-B2E6-0167A72E907A}" destId="{C1DE5D49-0421-4571-B181-BA9971CE4F04}" srcOrd="1" destOrd="0" parTransId="{3944CB0C-5B0B-4699-8755-13A4DE50C6B5}" sibTransId="{7575BB87-39C2-4D7A-8C2F-E1DFA2193B51}"/>
    <dgm:cxn modelId="{9FAB4B5F-304E-4695-AB7F-0D43F1E998CE}" srcId="{FC06B52D-03C3-4A9D-A729-7B7701B268E1}" destId="{7AFC713A-4B9F-41E5-9B42-A2240491F8E2}" srcOrd="0" destOrd="0" parTransId="{0654A54C-339E-464F-AE1C-80B417BDF931}" sibTransId="{B48C3E2F-EDDA-4F4C-96B9-9B87EE1260D0}"/>
    <dgm:cxn modelId="{B4ACB860-12C3-4E4B-9BAC-014744B80C45}" type="presOf" srcId="{3025DC33-9F7B-41BC-AA1C-F7860547CF67}" destId="{96F0DEF2-EF4C-4C21-98EB-F74F2B18037B}" srcOrd="0" destOrd="0" presId="urn:microsoft.com/office/officeart/2005/8/layout/vList5"/>
    <dgm:cxn modelId="{15F5D941-90FC-4781-8FB8-B9E31EF37D15}" type="presOf" srcId="{F2DC2819-EE18-4A44-9B50-9E85A4DE920A}" destId="{78C9EB9C-CD38-4AA8-8D4F-11F08E264F22}" srcOrd="0" destOrd="2" presId="urn:microsoft.com/office/officeart/2005/8/layout/vList5"/>
    <dgm:cxn modelId="{6915AF42-1760-43D1-9DA0-5DF166376169}" type="presOf" srcId="{FC06B52D-03C3-4A9D-A729-7B7701B268E1}" destId="{C14A86CA-D0E2-4936-A914-5A37BAA9EBC2}" srcOrd="0" destOrd="0" presId="urn:microsoft.com/office/officeart/2005/8/layout/vList5"/>
    <dgm:cxn modelId="{91DC9043-64FF-4AC4-B268-203840652644}" srcId="{770705D7-734B-4C6B-9400-0E46DFE42F10}" destId="{42D26748-4A76-40DD-B78E-11EDA070CB56}" srcOrd="1" destOrd="0" parTransId="{68BEFB51-A975-4DEF-A578-422D9D2593D9}" sibTransId="{A64B206B-D937-4763-AF3B-4D9C0A58AACB}"/>
    <dgm:cxn modelId="{8AC3E550-9D32-43DA-93F4-17E3F411139F}" type="presOf" srcId="{5F7E73CF-3C49-4824-B2E6-0167A72E907A}" destId="{5C451CB5-2C64-43B0-B09C-D980F15F291E}" srcOrd="0" destOrd="0" presId="urn:microsoft.com/office/officeart/2005/8/layout/vList5"/>
    <dgm:cxn modelId="{3BC5F550-470D-47F8-88EF-5613D70BAC33}" type="presOf" srcId="{C1DE5D49-0421-4571-B181-BA9971CE4F04}" destId="{78C9EB9C-CD38-4AA8-8D4F-11F08E264F22}" srcOrd="0" destOrd="1" presId="urn:microsoft.com/office/officeart/2005/8/layout/vList5"/>
    <dgm:cxn modelId="{D3FD1C74-19D6-472E-BA38-B6A7A6FF6E7F}" type="presOf" srcId="{F24FE333-67E7-430E-BFDD-0453D5A375F3}" destId="{2E835145-F37E-4AA6-8DF7-57AC02F691CA}" srcOrd="0" destOrd="2" presId="urn:microsoft.com/office/officeart/2005/8/layout/vList5"/>
    <dgm:cxn modelId="{B9353A76-6F2A-4CA4-9600-B4A5EE54F49A}" type="presOf" srcId="{42D26748-4A76-40DD-B78E-11EDA070CB56}" destId="{2E835145-F37E-4AA6-8DF7-57AC02F691CA}" srcOrd="0" destOrd="1" presId="urn:microsoft.com/office/officeart/2005/8/layout/vList5"/>
    <dgm:cxn modelId="{FFEBDCA7-8E5F-452E-A058-A3CFCE397E05}" srcId="{770705D7-734B-4C6B-9400-0E46DFE42F10}" destId="{F24FE333-67E7-430E-BFDD-0453D5A375F3}" srcOrd="2" destOrd="0" parTransId="{6D35327F-294E-450E-87FA-F480BB16376D}" sibTransId="{CA3BADBC-F013-4B5B-A3FB-67E5882902F4}"/>
    <dgm:cxn modelId="{4D2346A8-8FE2-43DA-BBCF-E43D37A214A5}" srcId="{5F7E73CF-3C49-4824-B2E6-0167A72E907A}" destId="{F2DC2819-EE18-4A44-9B50-9E85A4DE920A}" srcOrd="2" destOrd="0" parTransId="{757949F4-6AA1-4856-B929-97652F83C5B4}" sibTransId="{F8BB189E-5A93-40C9-B1F2-21B25E6C2FF4}"/>
    <dgm:cxn modelId="{9784DFAB-7EFE-44BA-8903-68323EA1980D}" srcId="{5F7E73CF-3C49-4824-B2E6-0167A72E907A}" destId="{106B350A-5F9F-472C-9426-19E95EE5065C}" srcOrd="0" destOrd="0" parTransId="{4241A89D-BE50-4D33-B622-099C612DA106}" sibTransId="{CAF1165E-B8CA-4FC1-92D1-A2A050D05851}"/>
    <dgm:cxn modelId="{643E2FAF-B7EB-4283-B658-1247B6E0F5DF}" type="presOf" srcId="{B35C5A55-B3E2-40B6-B191-15C91FCC7BCF}" destId="{17146117-040D-4ED4-A8AB-1A88242CB6C7}" srcOrd="0" destOrd="0" presId="urn:microsoft.com/office/officeart/2005/8/layout/vList5"/>
    <dgm:cxn modelId="{CBEF5EB6-8F63-4090-90A0-58DAEE3F3098}" type="presOf" srcId="{106B350A-5F9F-472C-9426-19E95EE5065C}" destId="{78C9EB9C-CD38-4AA8-8D4F-11F08E264F22}" srcOrd="0" destOrd="0" presId="urn:microsoft.com/office/officeart/2005/8/layout/vList5"/>
    <dgm:cxn modelId="{588B2EC2-0B38-4000-90A0-9E5C1996DC05}" srcId="{B35C5A55-B3E2-40B6-B191-15C91FCC7BCF}" destId="{5F7E73CF-3C49-4824-B2E6-0167A72E907A}" srcOrd="2" destOrd="0" parTransId="{5A9376EB-EFF4-4076-AA35-FEBF85084519}" sibTransId="{8196E54F-BBF5-4F8A-A238-458A362E9B34}"/>
    <dgm:cxn modelId="{9CF806CE-2825-416A-88BF-D3A25A0B73D7}" srcId="{3025DC33-9F7B-41BC-AA1C-F7860547CF67}" destId="{64E16F0F-C8A8-4F3E-BDD1-208EF8A01FBA}" srcOrd="0" destOrd="0" parTransId="{0566CF23-483E-4B5D-92BD-BCF8017160DE}" sibTransId="{133DC177-9F2B-4952-ADEF-B7A6BDBDD484}"/>
    <dgm:cxn modelId="{D97FB5CE-0367-483F-9792-5B4CA319B214}" srcId="{B35C5A55-B3E2-40B6-B191-15C91FCC7BCF}" destId="{3025DC33-9F7B-41BC-AA1C-F7860547CF67}" srcOrd="3" destOrd="0" parTransId="{2F68CF96-A79C-4F79-8A79-AF591E2913C8}" sibTransId="{4E76A5E8-2529-4209-8559-5603AD34A60F}"/>
    <dgm:cxn modelId="{EE8CEED6-213A-4D53-ACAC-2A79E2AD7193}" type="presOf" srcId="{770705D7-734B-4C6B-9400-0E46DFE42F10}" destId="{B0743756-9C35-40F3-9E9A-17CE96ECC77B}" srcOrd="0" destOrd="0" presId="urn:microsoft.com/office/officeart/2005/8/layout/vList5"/>
    <dgm:cxn modelId="{D5C648DB-6716-4F97-8ADD-257FCD4C3B7B}" srcId="{770705D7-734B-4C6B-9400-0E46DFE42F10}" destId="{68B0A1A6-5C98-4017-B672-135FF9556960}" srcOrd="0" destOrd="0" parTransId="{4F368774-791B-415B-86D9-B6558FE374F6}" sibTransId="{5720E6D0-DF38-4551-ACA9-B1416DFE423E}"/>
    <dgm:cxn modelId="{49D27259-2AFF-4F9D-AC03-42F1393B730B}" type="presParOf" srcId="{17146117-040D-4ED4-A8AB-1A88242CB6C7}" destId="{B3F290B2-8A28-4A16-8545-D419121F2D25}" srcOrd="0" destOrd="0" presId="urn:microsoft.com/office/officeart/2005/8/layout/vList5"/>
    <dgm:cxn modelId="{2110D17C-84A5-48D5-9798-FE5B58FD480F}" type="presParOf" srcId="{B3F290B2-8A28-4A16-8545-D419121F2D25}" destId="{C14A86CA-D0E2-4936-A914-5A37BAA9EBC2}" srcOrd="0" destOrd="0" presId="urn:microsoft.com/office/officeart/2005/8/layout/vList5"/>
    <dgm:cxn modelId="{EF992E24-616E-4382-94A0-C98927DC815E}" type="presParOf" srcId="{B3F290B2-8A28-4A16-8545-D419121F2D25}" destId="{32640B86-5A6A-4013-94D0-08EADDDA0DFD}" srcOrd="1" destOrd="0" presId="urn:microsoft.com/office/officeart/2005/8/layout/vList5"/>
    <dgm:cxn modelId="{D4209A2D-609E-4DFA-A3C7-0F6FDD263C34}" type="presParOf" srcId="{17146117-040D-4ED4-A8AB-1A88242CB6C7}" destId="{0AE52222-7309-4CFB-B8C5-192E6BF518FF}" srcOrd="1" destOrd="0" presId="urn:microsoft.com/office/officeart/2005/8/layout/vList5"/>
    <dgm:cxn modelId="{A3DB201B-3F3C-4F8F-A40B-16680E6D4C8C}" type="presParOf" srcId="{17146117-040D-4ED4-A8AB-1A88242CB6C7}" destId="{599A9CAB-593A-4681-8FD3-3323F4EB181B}" srcOrd="2" destOrd="0" presId="urn:microsoft.com/office/officeart/2005/8/layout/vList5"/>
    <dgm:cxn modelId="{374A9B6A-FBE7-4B6A-9BAB-6A4EB2DCCDF4}" type="presParOf" srcId="{599A9CAB-593A-4681-8FD3-3323F4EB181B}" destId="{B0743756-9C35-40F3-9E9A-17CE96ECC77B}" srcOrd="0" destOrd="0" presId="urn:microsoft.com/office/officeart/2005/8/layout/vList5"/>
    <dgm:cxn modelId="{D19F92DB-D951-4973-8DD3-EEF6BAC605FB}" type="presParOf" srcId="{599A9CAB-593A-4681-8FD3-3323F4EB181B}" destId="{2E835145-F37E-4AA6-8DF7-57AC02F691CA}" srcOrd="1" destOrd="0" presId="urn:microsoft.com/office/officeart/2005/8/layout/vList5"/>
    <dgm:cxn modelId="{07291D0B-DFFB-42EA-9BD2-802F1BC281E1}" type="presParOf" srcId="{17146117-040D-4ED4-A8AB-1A88242CB6C7}" destId="{D0F841C3-AEF9-4BA0-ACA8-0479FC3FBB0A}" srcOrd="3" destOrd="0" presId="urn:microsoft.com/office/officeart/2005/8/layout/vList5"/>
    <dgm:cxn modelId="{092857AF-DC90-4432-A2C3-723316F37809}" type="presParOf" srcId="{17146117-040D-4ED4-A8AB-1A88242CB6C7}" destId="{FADED86C-387A-4241-BD9E-D4D1611A7FF5}" srcOrd="4" destOrd="0" presId="urn:microsoft.com/office/officeart/2005/8/layout/vList5"/>
    <dgm:cxn modelId="{1BD1F78D-0CB2-4B02-B09F-5F16DCED1ED2}" type="presParOf" srcId="{FADED86C-387A-4241-BD9E-D4D1611A7FF5}" destId="{5C451CB5-2C64-43B0-B09C-D980F15F291E}" srcOrd="0" destOrd="0" presId="urn:microsoft.com/office/officeart/2005/8/layout/vList5"/>
    <dgm:cxn modelId="{A543F124-E168-4D56-B1FE-D9666285A907}" type="presParOf" srcId="{FADED86C-387A-4241-BD9E-D4D1611A7FF5}" destId="{78C9EB9C-CD38-4AA8-8D4F-11F08E264F22}" srcOrd="1" destOrd="0" presId="urn:microsoft.com/office/officeart/2005/8/layout/vList5"/>
    <dgm:cxn modelId="{C236A560-1E91-4FE1-9023-ABA543FB48CB}" type="presParOf" srcId="{17146117-040D-4ED4-A8AB-1A88242CB6C7}" destId="{2FD77E6C-C009-4FC7-8877-8212C3FDDE88}" srcOrd="5" destOrd="0" presId="urn:microsoft.com/office/officeart/2005/8/layout/vList5"/>
    <dgm:cxn modelId="{EEA711CC-C537-4DA8-82F9-EA39FD0A399C}" type="presParOf" srcId="{17146117-040D-4ED4-A8AB-1A88242CB6C7}" destId="{C764F214-F55A-449D-8DD7-2E025EAB112B}" srcOrd="6" destOrd="0" presId="urn:microsoft.com/office/officeart/2005/8/layout/vList5"/>
    <dgm:cxn modelId="{49D19B9D-8E2D-4477-8E98-8008DD7CD0FB}" type="presParOf" srcId="{C764F214-F55A-449D-8DD7-2E025EAB112B}" destId="{96F0DEF2-EF4C-4C21-98EB-F74F2B18037B}" srcOrd="0" destOrd="0" presId="urn:microsoft.com/office/officeart/2005/8/layout/vList5"/>
    <dgm:cxn modelId="{2515E257-F960-405A-A058-53BAE56319ED}" type="presParOf" srcId="{C764F214-F55A-449D-8DD7-2E025EAB112B}" destId="{D08C61A3-D108-46DF-862B-C4E1F7792B8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41482-DED0-4FB4-9ED8-97B75E5243E7}">
      <dsp:nvSpPr>
        <dsp:cNvPr id="0" name=""/>
        <dsp:cNvSpPr/>
      </dsp:nvSpPr>
      <dsp:spPr>
        <a:xfrm rot="5400000">
          <a:off x="7171203" y="-3021248"/>
          <a:ext cx="900919" cy="7173329"/>
        </a:xfrm>
        <a:prstGeom prst="round2SameRect">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t>Total courses: </a:t>
          </a:r>
          <a:r>
            <a:rPr lang="fr-FR" sz="1800" b="1" kern="1200" dirty="0"/>
            <a:t>5,411</a:t>
          </a:r>
          <a:endParaRPr lang="fr-FR" sz="1800" kern="1200" dirty="0"/>
        </a:p>
        <a:p>
          <a:pPr marL="171450" lvl="1" indent="-171450" algn="l" defTabSz="800100">
            <a:lnSpc>
              <a:spcPct val="90000"/>
            </a:lnSpc>
            <a:spcBef>
              <a:spcPct val="0"/>
            </a:spcBef>
            <a:spcAft>
              <a:spcPct val="15000"/>
            </a:spcAft>
            <a:buChar char="•"/>
          </a:pPr>
          <a:r>
            <a:rPr lang="fr-FR" sz="1800" kern="1200" dirty="0" err="1"/>
            <a:t>Teaching</a:t>
          </a:r>
          <a:r>
            <a:rPr lang="fr-FR" sz="1800" kern="1200" dirty="0"/>
            <a:t> </a:t>
          </a:r>
          <a:r>
            <a:rPr lang="fr-FR" sz="1800" kern="1200" dirty="0" err="1"/>
            <a:t>languages</a:t>
          </a:r>
          <a:r>
            <a:rPr lang="fr-FR" sz="1800" kern="1200" dirty="0"/>
            <a:t>: </a:t>
          </a:r>
          <a:r>
            <a:rPr lang="fr-FR" sz="1800" b="1" kern="1200" dirty="0"/>
            <a:t>1 (English </a:t>
          </a:r>
          <a:r>
            <a:rPr lang="fr-FR" sz="1800" b="1" kern="1200" dirty="0" err="1"/>
            <a:t>only</a:t>
          </a:r>
          <a:r>
            <a:rPr lang="fr-FR" sz="1800" b="1" kern="1200" dirty="0"/>
            <a:t>)</a:t>
          </a:r>
          <a:endParaRPr lang="fr-FR" sz="1800" kern="1200" dirty="0"/>
        </a:p>
      </dsp:txBody>
      <dsp:txXfrm rot="-5400000">
        <a:off x="4034999" y="158935"/>
        <a:ext cx="7129350" cy="812961"/>
      </dsp:txXfrm>
    </dsp:sp>
    <dsp:sp modelId="{E5F60FCA-2ACB-4E86-8A51-1ECBF04B3060}">
      <dsp:nvSpPr>
        <dsp:cNvPr id="0" name=""/>
        <dsp:cNvSpPr/>
      </dsp:nvSpPr>
      <dsp:spPr>
        <a:xfrm>
          <a:off x="0" y="2341"/>
          <a:ext cx="4034998" cy="1126149"/>
        </a:xfrm>
        <a:prstGeom prst="round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1" kern="1200" dirty="0"/>
            <a:t>Main KPIs</a:t>
          </a:r>
          <a:endParaRPr lang="fr-FR" sz="3700" kern="1200" dirty="0"/>
        </a:p>
      </dsp:txBody>
      <dsp:txXfrm>
        <a:off x="54974" y="57315"/>
        <a:ext cx="3925050" cy="1016201"/>
      </dsp:txXfrm>
    </dsp:sp>
    <dsp:sp modelId="{14448EF4-EC11-4073-9D9A-33E46A8FC1A3}">
      <dsp:nvSpPr>
        <dsp:cNvPr id="0" name=""/>
        <dsp:cNvSpPr/>
      </dsp:nvSpPr>
      <dsp:spPr>
        <a:xfrm rot="5400000">
          <a:off x="7171203" y="-1838791"/>
          <a:ext cx="900919" cy="7173329"/>
        </a:xfrm>
        <a:prstGeom prst="round2SameRect">
          <a:avLst/>
        </a:prstGeom>
        <a:solidFill>
          <a:schemeClr val="accent5">
            <a:tint val="40000"/>
            <a:alpha val="90000"/>
            <a:hueOff val="255316"/>
            <a:satOff val="-6784"/>
            <a:lumOff val="-27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t>Data </a:t>
          </a:r>
          <a:r>
            <a:rPr lang="fr-FR" sz="1800" kern="1200" dirty="0" err="1"/>
            <a:t>Analysis</a:t>
          </a:r>
          <a:r>
            <a:rPr lang="fr-FR" sz="1800" kern="1200" dirty="0"/>
            <a:t> → </a:t>
          </a:r>
          <a:r>
            <a:rPr lang="fr-FR" sz="1800" b="1" kern="1200" dirty="0"/>
            <a:t>415 courses</a:t>
          </a:r>
          <a:endParaRPr lang="fr-FR" sz="1800" kern="1200" dirty="0"/>
        </a:p>
        <a:p>
          <a:pPr marL="171450" lvl="1" indent="-171450" algn="l" defTabSz="800100">
            <a:lnSpc>
              <a:spcPct val="90000"/>
            </a:lnSpc>
            <a:spcBef>
              <a:spcPct val="0"/>
            </a:spcBef>
            <a:spcAft>
              <a:spcPct val="15000"/>
            </a:spcAft>
            <a:buChar char="•"/>
          </a:pPr>
          <a:r>
            <a:rPr lang="fr-FR" sz="1800" kern="1200" dirty="0" err="1"/>
            <a:t>Artificial</a:t>
          </a:r>
          <a:r>
            <a:rPr lang="fr-FR" sz="1800" kern="1200" dirty="0"/>
            <a:t> Intelligence → </a:t>
          </a:r>
          <a:r>
            <a:rPr lang="fr-FR" sz="1800" b="1" kern="1200" dirty="0"/>
            <a:t>327 courses</a:t>
          </a:r>
          <a:endParaRPr lang="fr-FR" sz="1800" kern="1200" dirty="0"/>
        </a:p>
        <a:p>
          <a:pPr marL="171450" lvl="1" indent="-171450" algn="l" defTabSz="800100">
            <a:lnSpc>
              <a:spcPct val="90000"/>
            </a:lnSpc>
            <a:spcBef>
              <a:spcPct val="0"/>
            </a:spcBef>
            <a:spcAft>
              <a:spcPct val="15000"/>
            </a:spcAft>
            <a:buChar char="•"/>
          </a:pPr>
          <a:r>
            <a:rPr lang="fr-FR" sz="1800" kern="1200" dirty="0" err="1"/>
            <a:t>Generative</a:t>
          </a:r>
          <a:r>
            <a:rPr lang="fr-FR" sz="1800" kern="1200" dirty="0"/>
            <a:t> AI → </a:t>
          </a:r>
          <a:r>
            <a:rPr lang="fr-FR" sz="1800" b="1" kern="1200" dirty="0"/>
            <a:t>327 courses</a:t>
          </a:r>
          <a:endParaRPr lang="fr-FR" sz="1800" kern="1200" dirty="0"/>
        </a:p>
      </dsp:txBody>
      <dsp:txXfrm rot="-5400000">
        <a:off x="4034999" y="1341392"/>
        <a:ext cx="7129350" cy="812961"/>
      </dsp:txXfrm>
    </dsp:sp>
    <dsp:sp modelId="{420E2646-B6E0-477B-95A9-06287373DD8C}">
      <dsp:nvSpPr>
        <dsp:cNvPr id="0" name=""/>
        <dsp:cNvSpPr/>
      </dsp:nvSpPr>
      <dsp:spPr>
        <a:xfrm>
          <a:off x="0" y="1184798"/>
          <a:ext cx="4034998" cy="1126149"/>
        </a:xfrm>
        <a:prstGeom prst="roundRect">
          <a:avLst/>
        </a:prstGeom>
        <a:solidFill>
          <a:schemeClr val="accent5">
            <a:hueOff val="307254"/>
            <a:satOff val="-5999"/>
            <a:lumOff val="13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1" kern="1200"/>
            <a:t>Top Competencies</a:t>
          </a:r>
          <a:endParaRPr lang="fr-FR" sz="3700" kern="1200"/>
        </a:p>
      </dsp:txBody>
      <dsp:txXfrm>
        <a:off x="54974" y="1239772"/>
        <a:ext cx="3925050" cy="1016201"/>
      </dsp:txXfrm>
    </dsp:sp>
    <dsp:sp modelId="{DD93083B-8272-413A-AEB8-1DE4DAA13179}">
      <dsp:nvSpPr>
        <dsp:cNvPr id="0" name=""/>
        <dsp:cNvSpPr/>
      </dsp:nvSpPr>
      <dsp:spPr>
        <a:xfrm rot="5400000">
          <a:off x="7171203" y="-656334"/>
          <a:ext cx="900919" cy="7173329"/>
        </a:xfrm>
        <a:prstGeom prst="round2SameRect">
          <a:avLst/>
        </a:prstGeom>
        <a:solidFill>
          <a:schemeClr val="accent5">
            <a:tint val="40000"/>
            <a:alpha val="90000"/>
            <a:hueOff val="510632"/>
            <a:satOff val="-13569"/>
            <a:lumOff val="-54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t>ID 158375127 → </a:t>
          </a:r>
          <a:r>
            <a:rPr lang="fr-FR" sz="1800" b="1" kern="1200" dirty="0"/>
            <a:t>229 courses</a:t>
          </a:r>
          <a:endParaRPr lang="fr-FR" sz="1800" kern="1200" dirty="0"/>
        </a:p>
        <a:p>
          <a:pPr marL="171450" lvl="1" indent="-171450" algn="l" defTabSz="800100">
            <a:lnSpc>
              <a:spcPct val="90000"/>
            </a:lnSpc>
            <a:spcBef>
              <a:spcPct val="0"/>
            </a:spcBef>
            <a:spcAft>
              <a:spcPct val="15000"/>
            </a:spcAft>
            <a:buChar char="•"/>
          </a:pPr>
          <a:r>
            <a:rPr lang="fr-FR" sz="1800" kern="1200" dirty="0"/>
            <a:t>Microsoft → </a:t>
          </a:r>
          <a:r>
            <a:rPr lang="fr-FR" sz="1800" b="1" kern="1200" dirty="0"/>
            <a:t>134 courses</a:t>
          </a:r>
          <a:endParaRPr lang="fr-FR" sz="1800" kern="1200" dirty="0"/>
        </a:p>
      </dsp:txBody>
      <dsp:txXfrm rot="-5400000">
        <a:off x="4034999" y="2523849"/>
        <a:ext cx="7129350" cy="812961"/>
      </dsp:txXfrm>
    </dsp:sp>
    <dsp:sp modelId="{9E085A08-4388-4712-A7B6-9A12BF30D505}">
      <dsp:nvSpPr>
        <dsp:cNvPr id="0" name=""/>
        <dsp:cNvSpPr/>
      </dsp:nvSpPr>
      <dsp:spPr>
        <a:xfrm>
          <a:off x="0" y="2367255"/>
          <a:ext cx="4034998" cy="1126149"/>
        </a:xfrm>
        <a:prstGeom prst="roundRect">
          <a:avLst/>
        </a:prstGeom>
        <a:solidFill>
          <a:schemeClr val="accent5">
            <a:hueOff val="614507"/>
            <a:satOff val="-11997"/>
            <a:lumOff val="26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1" kern="1200"/>
            <a:t>Top Instructors</a:t>
          </a:r>
          <a:endParaRPr lang="fr-FR" sz="3700" kern="1200"/>
        </a:p>
      </dsp:txBody>
      <dsp:txXfrm>
        <a:off x="54974" y="2422229"/>
        <a:ext cx="3925050" cy="1016201"/>
      </dsp:txXfrm>
    </dsp:sp>
    <dsp:sp modelId="{1A720663-B66F-414F-80A7-9735E482BA0E}">
      <dsp:nvSpPr>
        <dsp:cNvPr id="0" name=""/>
        <dsp:cNvSpPr/>
      </dsp:nvSpPr>
      <dsp:spPr>
        <a:xfrm rot="5400000">
          <a:off x="7171203" y="526122"/>
          <a:ext cx="900919" cy="7173329"/>
        </a:xfrm>
        <a:prstGeom prst="round2SameRect">
          <a:avLst/>
        </a:prstGeom>
        <a:solidFill>
          <a:schemeClr val="accent5">
            <a:tint val="40000"/>
            <a:alpha val="90000"/>
            <a:hueOff val="765948"/>
            <a:satOff val="-20353"/>
            <a:lumOff val="-82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fr-FR" sz="1800" kern="1200" dirty="0" err="1"/>
            <a:t>Health</a:t>
          </a:r>
          <a:r>
            <a:rPr lang="fr-FR" sz="1800" kern="1200" dirty="0"/>
            <a:t> → </a:t>
          </a:r>
          <a:r>
            <a:rPr lang="fr-FR" sz="1800" b="1" kern="1200" dirty="0"/>
            <a:t>774 courses</a:t>
          </a:r>
          <a:endParaRPr lang="fr-FR" sz="1800" kern="1200" dirty="0"/>
        </a:p>
        <a:p>
          <a:pPr marL="171450" lvl="1" indent="-171450" algn="l" defTabSz="800100">
            <a:lnSpc>
              <a:spcPct val="90000"/>
            </a:lnSpc>
            <a:spcBef>
              <a:spcPct val="0"/>
            </a:spcBef>
            <a:spcAft>
              <a:spcPct val="15000"/>
            </a:spcAft>
            <a:buChar char="•"/>
          </a:pPr>
          <a:r>
            <a:rPr lang="fr-FR" sz="1800" kern="1200" dirty="0"/>
            <a:t>Physical Science &amp; Engineering → </a:t>
          </a:r>
          <a:r>
            <a:rPr lang="fr-FR" sz="1800" b="1" kern="1200" dirty="0"/>
            <a:t>746 courses</a:t>
          </a:r>
          <a:endParaRPr lang="fr-FR" sz="1800" kern="1200" dirty="0"/>
        </a:p>
        <a:p>
          <a:pPr marL="171450" lvl="1" indent="-171450" algn="l" defTabSz="800100">
            <a:lnSpc>
              <a:spcPct val="90000"/>
            </a:lnSpc>
            <a:spcBef>
              <a:spcPct val="0"/>
            </a:spcBef>
            <a:spcAft>
              <a:spcPct val="15000"/>
            </a:spcAft>
            <a:buChar char="•"/>
          </a:pPr>
          <a:r>
            <a:rPr lang="fr-FR" sz="1800" kern="1200" dirty="0"/>
            <a:t>Data Science → </a:t>
          </a:r>
          <a:r>
            <a:rPr lang="fr-FR" sz="1800" b="1" kern="1200" dirty="0"/>
            <a:t>660 courses</a:t>
          </a:r>
          <a:endParaRPr lang="fr-FR" sz="1800" kern="1200" dirty="0"/>
        </a:p>
      </dsp:txBody>
      <dsp:txXfrm rot="-5400000">
        <a:off x="4034999" y="3706306"/>
        <a:ext cx="7129350" cy="812961"/>
      </dsp:txXfrm>
    </dsp:sp>
    <dsp:sp modelId="{F3145608-55BB-4AED-9792-4C90DA80436F}">
      <dsp:nvSpPr>
        <dsp:cNvPr id="0" name=""/>
        <dsp:cNvSpPr/>
      </dsp:nvSpPr>
      <dsp:spPr>
        <a:xfrm>
          <a:off x="0" y="3549712"/>
          <a:ext cx="4034998" cy="1126149"/>
        </a:xfrm>
        <a:prstGeom prst="roundRect">
          <a:avLst/>
        </a:prstGeom>
        <a:solidFill>
          <a:schemeClr val="accent5">
            <a:hueOff val="921761"/>
            <a:satOff val="-17996"/>
            <a:lumOff val="39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1" kern="1200" dirty="0"/>
            <a:t>Top </a:t>
          </a:r>
          <a:r>
            <a:rPr lang="fr-FR" sz="3700" b="1" kern="1200" dirty="0" err="1"/>
            <a:t>Categories</a:t>
          </a:r>
          <a:endParaRPr lang="fr-FR" sz="3700" kern="1200" dirty="0"/>
        </a:p>
      </dsp:txBody>
      <dsp:txXfrm>
        <a:off x="54974" y="3604686"/>
        <a:ext cx="3925050" cy="1016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EC89BA-2232-4EC6-B330-E99ADB432DC0}">
      <dsp:nvSpPr>
        <dsp:cNvPr id="0" name=""/>
        <dsp:cNvSpPr/>
      </dsp:nvSpPr>
      <dsp:spPr>
        <a:xfrm>
          <a:off x="2054" y="188064"/>
          <a:ext cx="2361699" cy="118084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Main KPI</a:t>
          </a:r>
          <a:endParaRPr lang="fr-FR" sz="2400" kern="1200" dirty="0"/>
        </a:p>
      </dsp:txBody>
      <dsp:txXfrm>
        <a:off x="36640" y="222650"/>
        <a:ext cx="2292527" cy="1111677"/>
      </dsp:txXfrm>
    </dsp:sp>
    <dsp:sp modelId="{27A240DD-F6F3-4418-91F8-75EC078B8DA2}">
      <dsp:nvSpPr>
        <dsp:cNvPr id="0" name=""/>
        <dsp:cNvSpPr/>
      </dsp:nvSpPr>
      <dsp:spPr>
        <a:xfrm>
          <a:off x="238224" y="1368913"/>
          <a:ext cx="236169" cy="885637"/>
        </a:xfrm>
        <a:custGeom>
          <a:avLst/>
          <a:gdLst/>
          <a:ahLst/>
          <a:cxnLst/>
          <a:rect l="0" t="0" r="0" b="0"/>
          <a:pathLst>
            <a:path>
              <a:moveTo>
                <a:pt x="0" y="0"/>
              </a:moveTo>
              <a:lnTo>
                <a:pt x="0" y="885637"/>
              </a:lnTo>
              <a:lnTo>
                <a:pt x="236169" y="88563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DF4E02-2C04-487E-A603-697ACADE347C}">
      <dsp:nvSpPr>
        <dsp:cNvPr id="0" name=""/>
        <dsp:cNvSpPr/>
      </dsp:nvSpPr>
      <dsp:spPr>
        <a:xfrm>
          <a:off x="474394" y="1664126"/>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Total Instructors:  </a:t>
          </a:r>
          <a:r>
            <a:rPr lang="en-US" sz="2000" b="1" kern="1200" dirty="0"/>
            <a:t>4033</a:t>
          </a:r>
          <a:endParaRPr lang="fr-FR" sz="2000" b="1" kern="1200" dirty="0"/>
        </a:p>
      </dsp:txBody>
      <dsp:txXfrm>
        <a:off x="508980" y="1698712"/>
        <a:ext cx="1820187" cy="1111677"/>
      </dsp:txXfrm>
    </dsp:sp>
    <dsp:sp modelId="{CDD756D3-54C1-40C2-A150-D7D2B539E538}">
      <dsp:nvSpPr>
        <dsp:cNvPr id="0" name=""/>
        <dsp:cNvSpPr/>
      </dsp:nvSpPr>
      <dsp:spPr>
        <a:xfrm>
          <a:off x="2954178" y="188064"/>
          <a:ext cx="2361699" cy="1180849"/>
        </a:xfrm>
        <a:prstGeom prst="roundRect">
          <a:avLst>
            <a:gd name="adj" fmla="val 10000"/>
          </a:avLst>
        </a:prstGeom>
        <a:solidFill>
          <a:schemeClr val="accent5">
            <a:hueOff val="307254"/>
            <a:satOff val="-5999"/>
            <a:lumOff val="1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Top Categories by Number of Instructors</a:t>
          </a:r>
          <a:endParaRPr lang="fr-FR" sz="2400" kern="1200" dirty="0"/>
        </a:p>
      </dsp:txBody>
      <dsp:txXfrm>
        <a:off x="2988764" y="222650"/>
        <a:ext cx="2292527" cy="1111677"/>
      </dsp:txXfrm>
    </dsp:sp>
    <dsp:sp modelId="{4BA9411F-577F-4E18-AC5D-BD58774B0179}">
      <dsp:nvSpPr>
        <dsp:cNvPr id="0" name=""/>
        <dsp:cNvSpPr/>
      </dsp:nvSpPr>
      <dsp:spPr>
        <a:xfrm>
          <a:off x="3190348" y="1368913"/>
          <a:ext cx="236169" cy="885637"/>
        </a:xfrm>
        <a:custGeom>
          <a:avLst/>
          <a:gdLst/>
          <a:ahLst/>
          <a:cxnLst/>
          <a:rect l="0" t="0" r="0" b="0"/>
          <a:pathLst>
            <a:path>
              <a:moveTo>
                <a:pt x="0" y="0"/>
              </a:moveTo>
              <a:lnTo>
                <a:pt x="0" y="885637"/>
              </a:lnTo>
              <a:lnTo>
                <a:pt x="236169" y="88563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1C9B9C-B90B-4B5D-801D-12F35EC99830}">
      <dsp:nvSpPr>
        <dsp:cNvPr id="0" name=""/>
        <dsp:cNvSpPr/>
      </dsp:nvSpPr>
      <dsp:spPr>
        <a:xfrm>
          <a:off x="3426518" y="1664126"/>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02418"/>
              <a:satOff val="-2000"/>
              <a:lumOff val="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Health → </a:t>
          </a:r>
          <a:r>
            <a:rPr lang="en-US" sz="2000" b="1" kern="1200" dirty="0"/>
            <a:t>880 instructors</a:t>
          </a:r>
          <a:endParaRPr lang="fr-FR" sz="2000" kern="1200" dirty="0"/>
        </a:p>
      </dsp:txBody>
      <dsp:txXfrm>
        <a:off x="3461104" y="1698712"/>
        <a:ext cx="1820187" cy="1111677"/>
      </dsp:txXfrm>
    </dsp:sp>
    <dsp:sp modelId="{DDBB6250-C554-46B4-B08A-F4DDBD1D2EBD}">
      <dsp:nvSpPr>
        <dsp:cNvPr id="0" name=""/>
        <dsp:cNvSpPr/>
      </dsp:nvSpPr>
      <dsp:spPr>
        <a:xfrm>
          <a:off x="3190348" y="1368913"/>
          <a:ext cx="236169" cy="2361699"/>
        </a:xfrm>
        <a:custGeom>
          <a:avLst/>
          <a:gdLst/>
          <a:ahLst/>
          <a:cxnLst/>
          <a:rect l="0" t="0" r="0" b="0"/>
          <a:pathLst>
            <a:path>
              <a:moveTo>
                <a:pt x="0" y="0"/>
              </a:moveTo>
              <a:lnTo>
                <a:pt x="0" y="2361699"/>
              </a:lnTo>
              <a:lnTo>
                <a:pt x="236169" y="23616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2BED3A-98BB-46C7-A6CC-F8C2CF43D98D}">
      <dsp:nvSpPr>
        <dsp:cNvPr id="0" name=""/>
        <dsp:cNvSpPr/>
      </dsp:nvSpPr>
      <dsp:spPr>
        <a:xfrm>
          <a:off x="3426518" y="3140188"/>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04836"/>
              <a:satOff val="-3999"/>
              <a:lumOff val="8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Social Sciences → </a:t>
          </a:r>
          <a:r>
            <a:rPr lang="en-US" sz="2000" b="1" kern="1200" dirty="0"/>
            <a:t>758 instructors</a:t>
          </a:r>
          <a:endParaRPr lang="fr-FR" sz="2000" kern="1200" dirty="0"/>
        </a:p>
      </dsp:txBody>
      <dsp:txXfrm>
        <a:off x="3461104" y="3174774"/>
        <a:ext cx="1820187" cy="1111677"/>
      </dsp:txXfrm>
    </dsp:sp>
    <dsp:sp modelId="{D0A7F524-F9AC-4A9D-B812-ECB1FD813AC9}">
      <dsp:nvSpPr>
        <dsp:cNvPr id="0" name=""/>
        <dsp:cNvSpPr/>
      </dsp:nvSpPr>
      <dsp:spPr>
        <a:xfrm>
          <a:off x="3190348" y="1368913"/>
          <a:ext cx="236169" cy="3837761"/>
        </a:xfrm>
        <a:custGeom>
          <a:avLst/>
          <a:gdLst/>
          <a:ahLst/>
          <a:cxnLst/>
          <a:rect l="0" t="0" r="0" b="0"/>
          <a:pathLst>
            <a:path>
              <a:moveTo>
                <a:pt x="0" y="0"/>
              </a:moveTo>
              <a:lnTo>
                <a:pt x="0" y="3837761"/>
              </a:lnTo>
              <a:lnTo>
                <a:pt x="236169" y="383776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304A99-F9F4-4EB3-8048-AFDACD516CC3}">
      <dsp:nvSpPr>
        <dsp:cNvPr id="0" name=""/>
        <dsp:cNvSpPr/>
      </dsp:nvSpPr>
      <dsp:spPr>
        <a:xfrm>
          <a:off x="3426518" y="4616250"/>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307254"/>
              <a:satOff val="-5999"/>
              <a:lumOff val="1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Physical Science &amp; Engineering → </a:t>
          </a:r>
          <a:r>
            <a:rPr lang="en-US" sz="2000" b="1" kern="1200" dirty="0"/>
            <a:t>612 instructors</a:t>
          </a:r>
          <a:endParaRPr lang="fr-FR" sz="2000" kern="1200" dirty="0"/>
        </a:p>
      </dsp:txBody>
      <dsp:txXfrm>
        <a:off x="3461104" y="4650836"/>
        <a:ext cx="1820187" cy="1111677"/>
      </dsp:txXfrm>
    </dsp:sp>
    <dsp:sp modelId="{D67322E5-2652-4D20-AC11-161086D8B6A8}">
      <dsp:nvSpPr>
        <dsp:cNvPr id="0" name=""/>
        <dsp:cNvSpPr/>
      </dsp:nvSpPr>
      <dsp:spPr>
        <a:xfrm>
          <a:off x="5906302" y="188064"/>
          <a:ext cx="2361699" cy="1180849"/>
        </a:xfrm>
        <a:prstGeom prst="roundRect">
          <a:avLst>
            <a:gd name="adj" fmla="val 10000"/>
          </a:avLst>
        </a:prstGeom>
        <a:solidFill>
          <a:schemeClr val="accent5">
            <a:hueOff val="614507"/>
            <a:satOff val="-11997"/>
            <a:lumOff val="2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Top Competencies by Number of Instructors</a:t>
          </a:r>
          <a:endParaRPr lang="fr-FR" sz="2400" kern="1200" dirty="0"/>
        </a:p>
      </dsp:txBody>
      <dsp:txXfrm>
        <a:off x="5940888" y="222650"/>
        <a:ext cx="2292527" cy="1111677"/>
      </dsp:txXfrm>
    </dsp:sp>
    <dsp:sp modelId="{9F8067F2-913D-4379-B77D-3DD5D4E523F3}">
      <dsp:nvSpPr>
        <dsp:cNvPr id="0" name=""/>
        <dsp:cNvSpPr/>
      </dsp:nvSpPr>
      <dsp:spPr>
        <a:xfrm>
          <a:off x="6142472" y="1368913"/>
          <a:ext cx="236169" cy="885637"/>
        </a:xfrm>
        <a:custGeom>
          <a:avLst/>
          <a:gdLst/>
          <a:ahLst/>
          <a:cxnLst/>
          <a:rect l="0" t="0" r="0" b="0"/>
          <a:pathLst>
            <a:path>
              <a:moveTo>
                <a:pt x="0" y="0"/>
              </a:moveTo>
              <a:lnTo>
                <a:pt x="0" y="885637"/>
              </a:lnTo>
              <a:lnTo>
                <a:pt x="236169" y="88563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897E62-4B54-4108-BABC-7AC1BD87A998}">
      <dsp:nvSpPr>
        <dsp:cNvPr id="0" name=""/>
        <dsp:cNvSpPr/>
      </dsp:nvSpPr>
      <dsp:spPr>
        <a:xfrm>
          <a:off x="6378642" y="1664126"/>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409672"/>
              <a:satOff val="-7998"/>
              <a:lumOff val="17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Research → </a:t>
          </a:r>
          <a:r>
            <a:rPr lang="en-US" sz="2000" b="1" kern="1200" dirty="0"/>
            <a:t>474 instructors</a:t>
          </a:r>
          <a:endParaRPr lang="fr-FR" sz="2000" kern="1200" dirty="0"/>
        </a:p>
      </dsp:txBody>
      <dsp:txXfrm>
        <a:off x="6413228" y="1698712"/>
        <a:ext cx="1820187" cy="1111677"/>
      </dsp:txXfrm>
    </dsp:sp>
    <dsp:sp modelId="{B08D9B0A-48FE-44FB-8C1B-A4227B4D8187}">
      <dsp:nvSpPr>
        <dsp:cNvPr id="0" name=""/>
        <dsp:cNvSpPr/>
      </dsp:nvSpPr>
      <dsp:spPr>
        <a:xfrm>
          <a:off x="6142472" y="1368913"/>
          <a:ext cx="236169" cy="2361699"/>
        </a:xfrm>
        <a:custGeom>
          <a:avLst/>
          <a:gdLst/>
          <a:ahLst/>
          <a:cxnLst/>
          <a:rect l="0" t="0" r="0" b="0"/>
          <a:pathLst>
            <a:path>
              <a:moveTo>
                <a:pt x="0" y="0"/>
              </a:moveTo>
              <a:lnTo>
                <a:pt x="0" y="2361699"/>
              </a:lnTo>
              <a:lnTo>
                <a:pt x="236169" y="23616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891D98-3D8C-4EBE-AE0F-73E750E43812}">
      <dsp:nvSpPr>
        <dsp:cNvPr id="0" name=""/>
        <dsp:cNvSpPr/>
      </dsp:nvSpPr>
      <dsp:spPr>
        <a:xfrm>
          <a:off x="6378642" y="3140188"/>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512090"/>
              <a:satOff val="-9998"/>
              <a:lumOff val="21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Cultural Diversity → </a:t>
          </a:r>
          <a:r>
            <a:rPr lang="en-US" sz="2000" b="1" kern="1200" dirty="0"/>
            <a:t>454 instructors</a:t>
          </a:r>
          <a:endParaRPr lang="fr-FR" sz="2000" kern="1200" dirty="0"/>
        </a:p>
      </dsp:txBody>
      <dsp:txXfrm>
        <a:off x="6413228" y="3174774"/>
        <a:ext cx="1820187" cy="1111677"/>
      </dsp:txXfrm>
    </dsp:sp>
    <dsp:sp modelId="{22397256-5B2B-4E74-BF36-5E93451C1383}">
      <dsp:nvSpPr>
        <dsp:cNvPr id="0" name=""/>
        <dsp:cNvSpPr/>
      </dsp:nvSpPr>
      <dsp:spPr>
        <a:xfrm>
          <a:off x="6142472" y="1368913"/>
          <a:ext cx="236169" cy="3837761"/>
        </a:xfrm>
        <a:custGeom>
          <a:avLst/>
          <a:gdLst/>
          <a:ahLst/>
          <a:cxnLst/>
          <a:rect l="0" t="0" r="0" b="0"/>
          <a:pathLst>
            <a:path>
              <a:moveTo>
                <a:pt x="0" y="0"/>
              </a:moveTo>
              <a:lnTo>
                <a:pt x="0" y="3837761"/>
              </a:lnTo>
              <a:lnTo>
                <a:pt x="236169" y="383776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B10F78-B34F-46B4-BF34-F2A98EB7DF08}">
      <dsp:nvSpPr>
        <dsp:cNvPr id="0" name=""/>
        <dsp:cNvSpPr/>
      </dsp:nvSpPr>
      <dsp:spPr>
        <a:xfrm>
          <a:off x="6378642" y="4616250"/>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14507"/>
              <a:satOff val="-11997"/>
              <a:lumOff val="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Sustainable Development → </a:t>
          </a:r>
          <a:r>
            <a:rPr lang="en-US" sz="2000" b="1" kern="1200" dirty="0"/>
            <a:t>420 instructors</a:t>
          </a:r>
          <a:endParaRPr lang="fr-FR" sz="2000" kern="1200" dirty="0"/>
        </a:p>
      </dsp:txBody>
      <dsp:txXfrm>
        <a:off x="6413228" y="4650836"/>
        <a:ext cx="1820187" cy="1111677"/>
      </dsp:txXfrm>
    </dsp:sp>
    <dsp:sp modelId="{73507C1E-1D72-4B0C-BE7F-1030C22300B2}">
      <dsp:nvSpPr>
        <dsp:cNvPr id="0" name=""/>
        <dsp:cNvSpPr/>
      </dsp:nvSpPr>
      <dsp:spPr>
        <a:xfrm>
          <a:off x="8858426" y="188064"/>
          <a:ext cx="2361699" cy="1180849"/>
        </a:xfrm>
        <a:prstGeom prst="roundRect">
          <a:avLst>
            <a:gd name="adj" fmla="val 10000"/>
          </a:avLst>
        </a:prstGeom>
        <a:solidFill>
          <a:schemeClr val="accent5">
            <a:hueOff val="921761"/>
            <a:satOff val="-17996"/>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Top Courses by Number of Instructors</a:t>
          </a:r>
          <a:endParaRPr lang="fr-FR" sz="2400" kern="1200" dirty="0"/>
        </a:p>
      </dsp:txBody>
      <dsp:txXfrm>
        <a:off x="8893012" y="222650"/>
        <a:ext cx="2292527" cy="1111677"/>
      </dsp:txXfrm>
    </dsp:sp>
    <dsp:sp modelId="{D213E92C-F73A-4181-8EAE-BD7C70EEB6B3}">
      <dsp:nvSpPr>
        <dsp:cNvPr id="0" name=""/>
        <dsp:cNvSpPr/>
      </dsp:nvSpPr>
      <dsp:spPr>
        <a:xfrm>
          <a:off x="9094596" y="1368913"/>
          <a:ext cx="236169" cy="885637"/>
        </a:xfrm>
        <a:custGeom>
          <a:avLst/>
          <a:gdLst/>
          <a:ahLst/>
          <a:cxnLst/>
          <a:rect l="0" t="0" r="0" b="0"/>
          <a:pathLst>
            <a:path>
              <a:moveTo>
                <a:pt x="0" y="0"/>
              </a:moveTo>
              <a:lnTo>
                <a:pt x="0" y="885637"/>
              </a:lnTo>
              <a:lnTo>
                <a:pt x="236169" y="88563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6C8C8A-FC80-468C-925B-F97C0051196E}">
      <dsp:nvSpPr>
        <dsp:cNvPr id="0" name=""/>
        <dsp:cNvSpPr/>
      </dsp:nvSpPr>
      <dsp:spPr>
        <a:xfrm>
          <a:off x="9330766" y="1664126"/>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716925"/>
              <a:satOff val="-13997"/>
              <a:lumOff val="3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t>Course A → </a:t>
          </a:r>
          <a:r>
            <a:rPr lang="en-US" sz="2500" b="1" kern="1200" dirty="0"/>
            <a:t>35 instructors</a:t>
          </a:r>
          <a:endParaRPr lang="fr-FR" sz="2500" kern="1200" dirty="0"/>
        </a:p>
      </dsp:txBody>
      <dsp:txXfrm>
        <a:off x="9365352" y="1698712"/>
        <a:ext cx="1820187" cy="1111677"/>
      </dsp:txXfrm>
    </dsp:sp>
    <dsp:sp modelId="{1D7CD356-0674-45D3-945A-D31E2FB8C026}">
      <dsp:nvSpPr>
        <dsp:cNvPr id="0" name=""/>
        <dsp:cNvSpPr/>
      </dsp:nvSpPr>
      <dsp:spPr>
        <a:xfrm>
          <a:off x="9094596" y="1368913"/>
          <a:ext cx="236169" cy="2361699"/>
        </a:xfrm>
        <a:custGeom>
          <a:avLst/>
          <a:gdLst/>
          <a:ahLst/>
          <a:cxnLst/>
          <a:rect l="0" t="0" r="0" b="0"/>
          <a:pathLst>
            <a:path>
              <a:moveTo>
                <a:pt x="0" y="0"/>
              </a:moveTo>
              <a:lnTo>
                <a:pt x="0" y="2361699"/>
              </a:lnTo>
              <a:lnTo>
                <a:pt x="236169" y="23616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48CF10-8531-4069-B063-7573CACE2665}">
      <dsp:nvSpPr>
        <dsp:cNvPr id="0" name=""/>
        <dsp:cNvSpPr/>
      </dsp:nvSpPr>
      <dsp:spPr>
        <a:xfrm>
          <a:off x="9330766" y="3140188"/>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819343"/>
              <a:satOff val="-15996"/>
              <a:lumOff val="3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t>Course B → </a:t>
          </a:r>
          <a:r>
            <a:rPr lang="en-US" sz="2500" b="1" kern="1200" dirty="0"/>
            <a:t>23 instructors</a:t>
          </a:r>
          <a:endParaRPr lang="fr-FR" sz="2500" kern="1200" dirty="0"/>
        </a:p>
      </dsp:txBody>
      <dsp:txXfrm>
        <a:off x="9365352" y="3174774"/>
        <a:ext cx="1820187" cy="1111677"/>
      </dsp:txXfrm>
    </dsp:sp>
    <dsp:sp modelId="{52A5B738-C5E7-4EAA-8967-9EB469EE7B4D}">
      <dsp:nvSpPr>
        <dsp:cNvPr id="0" name=""/>
        <dsp:cNvSpPr/>
      </dsp:nvSpPr>
      <dsp:spPr>
        <a:xfrm>
          <a:off x="9094596" y="1368913"/>
          <a:ext cx="236169" cy="3837761"/>
        </a:xfrm>
        <a:custGeom>
          <a:avLst/>
          <a:gdLst/>
          <a:ahLst/>
          <a:cxnLst/>
          <a:rect l="0" t="0" r="0" b="0"/>
          <a:pathLst>
            <a:path>
              <a:moveTo>
                <a:pt x="0" y="0"/>
              </a:moveTo>
              <a:lnTo>
                <a:pt x="0" y="3837761"/>
              </a:lnTo>
              <a:lnTo>
                <a:pt x="236169" y="383776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B86496-D062-4090-8A90-86FAB3F4D2FA}">
      <dsp:nvSpPr>
        <dsp:cNvPr id="0" name=""/>
        <dsp:cNvSpPr/>
      </dsp:nvSpPr>
      <dsp:spPr>
        <a:xfrm>
          <a:off x="9330766" y="4616250"/>
          <a:ext cx="1889359" cy="11808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921761"/>
              <a:satOff val="-17996"/>
              <a:lumOff val="3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t>Course C → </a:t>
          </a:r>
          <a:r>
            <a:rPr lang="en-US" sz="2500" b="1" kern="1200" dirty="0"/>
            <a:t>21 instructors</a:t>
          </a:r>
          <a:endParaRPr lang="fr-FR" sz="2500" kern="1200" dirty="0"/>
        </a:p>
      </dsp:txBody>
      <dsp:txXfrm>
        <a:off x="9365352" y="4650836"/>
        <a:ext cx="1820187" cy="11116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05B40A-6721-4249-BC15-B3E43FBFBC5E}">
      <dsp:nvSpPr>
        <dsp:cNvPr id="0" name=""/>
        <dsp:cNvSpPr/>
      </dsp:nvSpPr>
      <dsp:spPr>
        <a:xfrm>
          <a:off x="277743" y="591"/>
          <a:ext cx="1784709" cy="8923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a:t>Main KPI</a:t>
          </a:r>
          <a:endParaRPr lang="fr-FR" sz="1800" kern="1200"/>
        </a:p>
      </dsp:txBody>
      <dsp:txXfrm>
        <a:off x="303879" y="26727"/>
        <a:ext cx="1732437" cy="840082"/>
      </dsp:txXfrm>
    </dsp:sp>
    <dsp:sp modelId="{4E20D714-488E-4634-8CF5-6750B939762E}">
      <dsp:nvSpPr>
        <dsp:cNvPr id="0" name=""/>
        <dsp:cNvSpPr/>
      </dsp:nvSpPr>
      <dsp:spPr>
        <a:xfrm>
          <a:off x="456214" y="892946"/>
          <a:ext cx="178470" cy="669266"/>
        </a:xfrm>
        <a:custGeom>
          <a:avLst/>
          <a:gdLst/>
          <a:ahLst/>
          <a:cxnLst/>
          <a:rect l="0" t="0" r="0" b="0"/>
          <a:pathLst>
            <a:path>
              <a:moveTo>
                <a:pt x="0" y="0"/>
              </a:moveTo>
              <a:lnTo>
                <a:pt x="0" y="669266"/>
              </a:lnTo>
              <a:lnTo>
                <a:pt x="178470" y="66926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46096F-A327-4372-861F-18DAB3CDEBE9}">
      <dsp:nvSpPr>
        <dsp:cNvPr id="0" name=""/>
        <dsp:cNvSpPr/>
      </dsp:nvSpPr>
      <dsp:spPr>
        <a:xfrm>
          <a:off x="634685" y="1116035"/>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Total skills: </a:t>
          </a:r>
          <a:r>
            <a:rPr lang="en-US" sz="1800" b="1" kern="1200"/>
            <a:t>2,448</a:t>
          </a:r>
          <a:endParaRPr lang="fr-FR" sz="1800" kern="1200"/>
        </a:p>
      </dsp:txBody>
      <dsp:txXfrm>
        <a:off x="660821" y="1142171"/>
        <a:ext cx="1375495" cy="840082"/>
      </dsp:txXfrm>
    </dsp:sp>
    <dsp:sp modelId="{5714C1A0-4707-4969-BCC5-D9EC19382194}">
      <dsp:nvSpPr>
        <dsp:cNvPr id="0" name=""/>
        <dsp:cNvSpPr/>
      </dsp:nvSpPr>
      <dsp:spPr>
        <a:xfrm>
          <a:off x="2508630" y="591"/>
          <a:ext cx="1784709" cy="892354"/>
        </a:xfrm>
        <a:prstGeom prst="roundRect">
          <a:avLst>
            <a:gd name="adj" fmla="val 10000"/>
          </a:avLst>
        </a:prstGeom>
        <a:solidFill>
          <a:schemeClr val="accent5">
            <a:hueOff val="230440"/>
            <a:satOff val="-4499"/>
            <a:lumOff val="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a:t>Available Filters</a:t>
          </a:r>
          <a:endParaRPr lang="fr-FR" sz="1800" kern="1200"/>
        </a:p>
      </dsp:txBody>
      <dsp:txXfrm>
        <a:off x="2534766" y="26727"/>
        <a:ext cx="1732437" cy="840082"/>
      </dsp:txXfrm>
    </dsp:sp>
    <dsp:sp modelId="{7AA86BA6-933B-405E-A720-6C9B9CD3B4A1}">
      <dsp:nvSpPr>
        <dsp:cNvPr id="0" name=""/>
        <dsp:cNvSpPr/>
      </dsp:nvSpPr>
      <dsp:spPr>
        <a:xfrm>
          <a:off x="2687101" y="892946"/>
          <a:ext cx="178470" cy="669266"/>
        </a:xfrm>
        <a:custGeom>
          <a:avLst/>
          <a:gdLst/>
          <a:ahLst/>
          <a:cxnLst/>
          <a:rect l="0" t="0" r="0" b="0"/>
          <a:pathLst>
            <a:path>
              <a:moveTo>
                <a:pt x="0" y="0"/>
              </a:moveTo>
              <a:lnTo>
                <a:pt x="0" y="669266"/>
              </a:lnTo>
              <a:lnTo>
                <a:pt x="178470" y="66926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70EBA3-0A39-4B80-8189-CD25BF6A3B6B}">
      <dsp:nvSpPr>
        <dsp:cNvPr id="0" name=""/>
        <dsp:cNvSpPr/>
      </dsp:nvSpPr>
      <dsp:spPr>
        <a:xfrm>
          <a:off x="2865572" y="1116035"/>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76813"/>
              <a:satOff val="-1500"/>
              <a:lumOff val="3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Search Courses</a:t>
          </a:r>
          <a:endParaRPr lang="fr-FR" sz="1800" kern="1200"/>
        </a:p>
      </dsp:txBody>
      <dsp:txXfrm>
        <a:off x="2891708" y="1142171"/>
        <a:ext cx="1375495" cy="840082"/>
      </dsp:txXfrm>
    </dsp:sp>
    <dsp:sp modelId="{C600AB42-227F-47CC-8EE2-517AF2F55E53}">
      <dsp:nvSpPr>
        <dsp:cNvPr id="0" name=""/>
        <dsp:cNvSpPr/>
      </dsp:nvSpPr>
      <dsp:spPr>
        <a:xfrm>
          <a:off x="2687101" y="892946"/>
          <a:ext cx="178470" cy="1784709"/>
        </a:xfrm>
        <a:custGeom>
          <a:avLst/>
          <a:gdLst/>
          <a:ahLst/>
          <a:cxnLst/>
          <a:rect l="0" t="0" r="0" b="0"/>
          <a:pathLst>
            <a:path>
              <a:moveTo>
                <a:pt x="0" y="0"/>
              </a:moveTo>
              <a:lnTo>
                <a:pt x="0" y="1784709"/>
              </a:lnTo>
              <a:lnTo>
                <a:pt x="178470" y="17847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F15696-7AE3-41C4-B0C2-0D472079E9C1}">
      <dsp:nvSpPr>
        <dsp:cNvPr id="0" name=""/>
        <dsp:cNvSpPr/>
      </dsp:nvSpPr>
      <dsp:spPr>
        <a:xfrm>
          <a:off x="2865572" y="2231478"/>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53627"/>
              <a:satOff val="-2999"/>
              <a:lumOff val="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Search Skills</a:t>
          </a:r>
          <a:endParaRPr lang="fr-FR" sz="1800" kern="1200"/>
        </a:p>
      </dsp:txBody>
      <dsp:txXfrm>
        <a:off x="2891708" y="2257614"/>
        <a:ext cx="1375495" cy="840082"/>
      </dsp:txXfrm>
    </dsp:sp>
    <dsp:sp modelId="{F05B440A-65B7-4020-91D9-87DBA1F6F470}">
      <dsp:nvSpPr>
        <dsp:cNvPr id="0" name=""/>
        <dsp:cNvSpPr/>
      </dsp:nvSpPr>
      <dsp:spPr>
        <a:xfrm>
          <a:off x="2687101" y="892946"/>
          <a:ext cx="178470" cy="2900153"/>
        </a:xfrm>
        <a:custGeom>
          <a:avLst/>
          <a:gdLst/>
          <a:ahLst/>
          <a:cxnLst/>
          <a:rect l="0" t="0" r="0" b="0"/>
          <a:pathLst>
            <a:path>
              <a:moveTo>
                <a:pt x="0" y="0"/>
              </a:moveTo>
              <a:lnTo>
                <a:pt x="0" y="2900153"/>
              </a:lnTo>
              <a:lnTo>
                <a:pt x="178470" y="290015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450772-00C0-4EEE-ACD8-87ADCA62EA93}">
      <dsp:nvSpPr>
        <dsp:cNvPr id="0" name=""/>
        <dsp:cNvSpPr/>
      </dsp:nvSpPr>
      <dsp:spPr>
        <a:xfrm>
          <a:off x="2865572" y="3346922"/>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30440"/>
              <a:satOff val="-4499"/>
              <a:lumOff val="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Search Instructors</a:t>
          </a:r>
          <a:endParaRPr lang="fr-FR" sz="1800" kern="1200"/>
        </a:p>
      </dsp:txBody>
      <dsp:txXfrm>
        <a:off x="2891708" y="3373058"/>
        <a:ext cx="1375495" cy="840082"/>
      </dsp:txXfrm>
    </dsp:sp>
    <dsp:sp modelId="{0B8BC961-6288-4892-B586-EFEC75734B63}">
      <dsp:nvSpPr>
        <dsp:cNvPr id="0" name=""/>
        <dsp:cNvSpPr/>
      </dsp:nvSpPr>
      <dsp:spPr>
        <a:xfrm>
          <a:off x="2687101" y="892946"/>
          <a:ext cx="178470" cy="4015596"/>
        </a:xfrm>
        <a:custGeom>
          <a:avLst/>
          <a:gdLst/>
          <a:ahLst/>
          <a:cxnLst/>
          <a:rect l="0" t="0" r="0" b="0"/>
          <a:pathLst>
            <a:path>
              <a:moveTo>
                <a:pt x="0" y="0"/>
              </a:moveTo>
              <a:lnTo>
                <a:pt x="0" y="4015596"/>
              </a:lnTo>
              <a:lnTo>
                <a:pt x="178470" y="40155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0245E8-ED4D-4D45-B803-D2C88CB96AF5}">
      <dsp:nvSpPr>
        <dsp:cNvPr id="0" name=""/>
        <dsp:cNvSpPr/>
      </dsp:nvSpPr>
      <dsp:spPr>
        <a:xfrm>
          <a:off x="2865572" y="4462365"/>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307254"/>
              <a:satOff val="-5999"/>
              <a:lumOff val="1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Category Filter </a:t>
          </a:r>
          <a:endParaRPr lang="fr-FR" sz="1800" kern="1200"/>
        </a:p>
      </dsp:txBody>
      <dsp:txXfrm>
        <a:off x="2891708" y="4488501"/>
        <a:ext cx="1375495" cy="840082"/>
      </dsp:txXfrm>
    </dsp:sp>
    <dsp:sp modelId="{9F55E474-607C-430A-AE50-0AE93AD962E2}">
      <dsp:nvSpPr>
        <dsp:cNvPr id="0" name=""/>
        <dsp:cNvSpPr/>
      </dsp:nvSpPr>
      <dsp:spPr>
        <a:xfrm>
          <a:off x="4739517" y="591"/>
          <a:ext cx="1784709" cy="892354"/>
        </a:xfrm>
        <a:prstGeom prst="roundRect">
          <a:avLst>
            <a:gd name="adj" fmla="val 10000"/>
          </a:avLst>
        </a:prstGeom>
        <a:solidFill>
          <a:schemeClr val="accent5">
            <a:hueOff val="460881"/>
            <a:satOff val="-8998"/>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a:t>Courses with the Highest Number of Skills</a:t>
          </a:r>
          <a:endParaRPr lang="fr-FR" sz="1800" kern="1200"/>
        </a:p>
      </dsp:txBody>
      <dsp:txXfrm>
        <a:off x="4765653" y="26727"/>
        <a:ext cx="1732437" cy="840082"/>
      </dsp:txXfrm>
    </dsp:sp>
    <dsp:sp modelId="{D00F4620-6042-43A0-B543-F5E13B8EA8BB}">
      <dsp:nvSpPr>
        <dsp:cNvPr id="0" name=""/>
        <dsp:cNvSpPr/>
      </dsp:nvSpPr>
      <dsp:spPr>
        <a:xfrm>
          <a:off x="4917988" y="892946"/>
          <a:ext cx="178470" cy="669266"/>
        </a:xfrm>
        <a:custGeom>
          <a:avLst/>
          <a:gdLst/>
          <a:ahLst/>
          <a:cxnLst/>
          <a:rect l="0" t="0" r="0" b="0"/>
          <a:pathLst>
            <a:path>
              <a:moveTo>
                <a:pt x="0" y="0"/>
              </a:moveTo>
              <a:lnTo>
                <a:pt x="0" y="669266"/>
              </a:lnTo>
              <a:lnTo>
                <a:pt x="178470" y="66926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F221A3-38B4-431A-B487-E921458F7B86}">
      <dsp:nvSpPr>
        <dsp:cNvPr id="0" name=""/>
        <dsp:cNvSpPr/>
      </dsp:nvSpPr>
      <dsp:spPr>
        <a:xfrm>
          <a:off x="5096459" y="1116035"/>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384067"/>
              <a:satOff val="-7498"/>
              <a:lumOff val="16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Top 9 courses → </a:t>
          </a:r>
          <a:r>
            <a:rPr lang="en-US" sz="1800" b="1" kern="1200" dirty="0"/>
            <a:t>22 skills each</a:t>
          </a:r>
          <a:endParaRPr lang="fr-FR" sz="1800" kern="1200" dirty="0"/>
        </a:p>
      </dsp:txBody>
      <dsp:txXfrm>
        <a:off x="5122595" y="1142171"/>
        <a:ext cx="1375495" cy="840082"/>
      </dsp:txXfrm>
    </dsp:sp>
    <dsp:sp modelId="{4B9DFA96-C714-49E1-9997-71009623CA90}">
      <dsp:nvSpPr>
        <dsp:cNvPr id="0" name=""/>
        <dsp:cNvSpPr/>
      </dsp:nvSpPr>
      <dsp:spPr>
        <a:xfrm>
          <a:off x="4917988" y="892946"/>
          <a:ext cx="178470" cy="1784709"/>
        </a:xfrm>
        <a:custGeom>
          <a:avLst/>
          <a:gdLst/>
          <a:ahLst/>
          <a:cxnLst/>
          <a:rect l="0" t="0" r="0" b="0"/>
          <a:pathLst>
            <a:path>
              <a:moveTo>
                <a:pt x="0" y="0"/>
              </a:moveTo>
              <a:lnTo>
                <a:pt x="0" y="1784709"/>
              </a:lnTo>
              <a:lnTo>
                <a:pt x="178470" y="17847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CA09E7-2121-41C2-BAA6-F55264D3BDF1}">
      <dsp:nvSpPr>
        <dsp:cNvPr id="0" name=""/>
        <dsp:cNvSpPr/>
      </dsp:nvSpPr>
      <dsp:spPr>
        <a:xfrm>
          <a:off x="5096459" y="2231478"/>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460881"/>
              <a:satOff val="-8998"/>
              <a:lumOff val="19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Next 7 courses → </a:t>
          </a:r>
          <a:r>
            <a:rPr lang="en-US" sz="1800" b="1" kern="1200"/>
            <a:t>21 skills each</a:t>
          </a:r>
          <a:endParaRPr lang="fr-FR" sz="1800" kern="1200"/>
        </a:p>
      </dsp:txBody>
      <dsp:txXfrm>
        <a:off x="5122595" y="2257614"/>
        <a:ext cx="1375495" cy="840082"/>
      </dsp:txXfrm>
    </dsp:sp>
    <dsp:sp modelId="{9390E8AF-4025-4EEE-BA40-5C638CC28024}">
      <dsp:nvSpPr>
        <dsp:cNvPr id="0" name=""/>
        <dsp:cNvSpPr/>
      </dsp:nvSpPr>
      <dsp:spPr>
        <a:xfrm>
          <a:off x="6970404" y="591"/>
          <a:ext cx="1784709" cy="892354"/>
        </a:xfrm>
        <a:prstGeom prst="roundRect">
          <a:avLst>
            <a:gd name="adj" fmla="val 10000"/>
          </a:avLst>
        </a:prstGeom>
        <a:solidFill>
          <a:schemeClr val="accent5">
            <a:hueOff val="691321"/>
            <a:satOff val="-13497"/>
            <a:lumOff val="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a:t>Top  Categories by number of skills</a:t>
          </a:r>
          <a:endParaRPr lang="fr-FR" sz="1800" kern="1200"/>
        </a:p>
      </dsp:txBody>
      <dsp:txXfrm>
        <a:off x="6996540" y="26727"/>
        <a:ext cx="1732437" cy="840082"/>
      </dsp:txXfrm>
    </dsp:sp>
    <dsp:sp modelId="{C8A45391-9179-4A28-800F-7A119505E816}">
      <dsp:nvSpPr>
        <dsp:cNvPr id="0" name=""/>
        <dsp:cNvSpPr/>
      </dsp:nvSpPr>
      <dsp:spPr>
        <a:xfrm>
          <a:off x="7148875" y="892946"/>
          <a:ext cx="178470" cy="669266"/>
        </a:xfrm>
        <a:custGeom>
          <a:avLst/>
          <a:gdLst/>
          <a:ahLst/>
          <a:cxnLst/>
          <a:rect l="0" t="0" r="0" b="0"/>
          <a:pathLst>
            <a:path>
              <a:moveTo>
                <a:pt x="0" y="0"/>
              </a:moveTo>
              <a:lnTo>
                <a:pt x="0" y="669266"/>
              </a:lnTo>
              <a:lnTo>
                <a:pt x="178470" y="66926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CCB8F2-97F3-4A55-8BC8-E7373F796182}">
      <dsp:nvSpPr>
        <dsp:cNvPr id="0" name=""/>
        <dsp:cNvSpPr/>
      </dsp:nvSpPr>
      <dsp:spPr>
        <a:xfrm>
          <a:off x="7327346" y="1116035"/>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537694"/>
              <a:satOff val="-10498"/>
              <a:lumOff val="22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Business → </a:t>
          </a:r>
          <a:r>
            <a:rPr lang="en-US" sz="1800" b="1" kern="1200"/>
            <a:t>1,149 skills</a:t>
          </a:r>
          <a:endParaRPr lang="fr-FR" sz="1800" kern="1200"/>
        </a:p>
      </dsp:txBody>
      <dsp:txXfrm>
        <a:off x="7353482" y="1142171"/>
        <a:ext cx="1375495" cy="840082"/>
      </dsp:txXfrm>
    </dsp:sp>
    <dsp:sp modelId="{99F84319-6A23-49F7-8D4B-8FBC0506BD6E}">
      <dsp:nvSpPr>
        <dsp:cNvPr id="0" name=""/>
        <dsp:cNvSpPr/>
      </dsp:nvSpPr>
      <dsp:spPr>
        <a:xfrm>
          <a:off x="7148875" y="892946"/>
          <a:ext cx="178470" cy="1784709"/>
        </a:xfrm>
        <a:custGeom>
          <a:avLst/>
          <a:gdLst/>
          <a:ahLst/>
          <a:cxnLst/>
          <a:rect l="0" t="0" r="0" b="0"/>
          <a:pathLst>
            <a:path>
              <a:moveTo>
                <a:pt x="0" y="0"/>
              </a:moveTo>
              <a:lnTo>
                <a:pt x="0" y="1784709"/>
              </a:lnTo>
              <a:lnTo>
                <a:pt x="178470" y="17847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6BC802-FC7B-4FB3-9D34-7AED39C48E67}">
      <dsp:nvSpPr>
        <dsp:cNvPr id="0" name=""/>
        <dsp:cNvSpPr/>
      </dsp:nvSpPr>
      <dsp:spPr>
        <a:xfrm>
          <a:off x="7327346" y="2231478"/>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14507"/>
              <a:satOff val="-11997"/>
              <a:lumOff val="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Health → </a:t>
          </a:r>
          <a:r>
            <a:rPr lang="en-US" sz="1800" b="1" kern="1200"/>
            <a:t>1,082 skills</a:t>
          </a:r>
          <a:endParaRPr lang="fr-FR" sz="1800" kern="1200"/>
        </a:p>
      </dsp:txBody>
      <dsp:txXfrm>
        <a:off x="7353482" y="2257614"/>
        <a:ext cx="1375495" cy="840082"/>
      </dsp:txXfrm>
    </dsp:sp>
    <dsp:sp modelId="{C59C58BF-A627-4D11-91E1-02EAC02B9954}">
      <dsp:nvSpPr>
        <dsp:cNvPr id="0" name=""/>
        <dsp:cNvSpPr/>
      </dsp:nvSpPr>
      <dsp:spPr>
        <a:xfrm>
          <a:off x="7148875" y="892946"/>
          <a:ext cx="178470" cy="2900153"/>
        </a:xfrm>
        <a:custGeom>
          <a:avLst/>
          <a:gdLst/>
          <a:ahLst/>
          <a:cxnLst/>
          <a:rect l="0" t="0" r="0" b="0"/>
          <a:pathLst>
            <a:path>
              <a:moveTo>
                <a:pt x="0" y="0"/>
              </a:moveTo>
              <a:lnTo>
                <a:pt x="0" y="2900153"/>
              </a:lnTo>
              <a:lnTo>
                <a:pt x="178470" y="290015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DB7A43-19AE-4494-A17C-3E511F4244B3}">
      <dsp:nvSpPr>
        <dsp:cNvPr id="0" name=""/>
        <dsp:cNvSpPr/>
      </dsp:nvSpPr>
      <dsp:spPr>
        <a:xfrm>
          <a:off x="7327346" y="3346922"/>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91321"/>
              <a:satOff val="-13497"/>
              <a:lumOff val="2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Computer Science → </a:t>
          </a:r>
          <a:r>
            <a:rPr lang="en-US" sz="1800" b="1" kern="1200"/>
            <a:t>1,064 skills</a:t>
          </a:r>
          <a:endParaRPr lang="fr-FR" sz="1800" kern="1200"/>
        </a:p>
      </dsp:txBody>
      <dsp:txXfrm>
        <a:off x="7353482" y="3373058"/>
        <a:ext cx="1375495" cy="840082"/>
      </dsp:txXfrm>
    </dsp:sp>
    <dsp:sp modelId="{FDCC39F8-4316-48B7-A561-D0CBBE819BB2}">
      <dsp:nvSpPr>
        <dsp:cNvPr id="0" name=""/>
        <dsp:cNvSpPr/>
      </dsp:nvSpPr>
      <dsp:spPr>
        <a:xfrm>
          <a:off x="9201291" y="591"/>
          <a:ext cx="1784709" cy="892354"/>
        </a:xfrm>
        <a:prstGeom prst="roundRect">
          <a:avLst>
            <a:gd name="adj" fmla="val 10000"/>
          </a:avLst>
        </a:prstGeom>
        <a:solidFill>
          <a:schemeClr val="accent5">
            <a:hueOff val="921761"/>
            <a:satOff val="-17996"/>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a:t>Top Instructors by Number of Skills</a:t>
          </a:r>
          <a:endParaRPr lang="fr-FR" sz="1800" kern="1200"/>
        </a:p>
      </dsp:txBody>
      <dsp:txXfrm>
        <a:off x="9227427" y="26727"/>
        <a:ext cx="1732437" cy="840082"/>
      </dsp:txXfrm>
    </dsp:sp>
    <dsp:sp modelId="{34D032CB-5924-43DE-8BAD-C6C0E2FA37EB}">
      <dsp:nvSpPr>
        <dsp:cNvPr id="0" name=""/>
        <dsp:cNvSpPr/>
      </dsp:nvSpPr>
      <dsp:spPr>
        <a:xfrm>
          <a:off x="9379762" y="892946"/>
          <a:ext cx="178470" cy="669266"/>
        </a:xfrm>
        <a:custGeom>
          <a:avLst/>
          <a:gdLst/>
          <a:ahLst/>
          <a:cxnLst/>
          <a:rect l="0" t="0" r="0" b="0"/>
          <a:pathLst>
            <a:path>
              <a:moveTo>
                <a:pt x="0" y="0"/>
              </a:moveTo>
              <a:lnTo>
                <a:pt x="0" y="669266"/>
              </a:lnTo>
              <a:lnTo>
                <a:pt x="178470" y="66926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A95C2-2913-430A-8684-3FDABE4DE539}">
      <dsp:nvSpPr>
        <dsp:cNvPr id="0" name=""/>
        <dsp:cNvSpPr/>
      </dsp:nvSpPr>
      <dsp:spPr>
        <a:xfrm>
          <a:off x="9558233" y="1116035"/>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768134"/>
              <a:satOff val="-14997"/>
              <a:lumOff val="3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Instructor ID </a:t>
          </a:r>
          <a:r>
            <a:rPr lang="en-US" sz="1800" b="1" kern="1200"/>
            <a:t>158375127</a:t>
          </a:r>
          <a:r>
            <a:rPr lang="en-US" sz="1800" kern="1200"/>
            <a:t> → </a:t>
          </a:r>
          <a:r>
            <a:rPr lang="en-US" sz="1800" b="1" kern="1200"/>
            <a:t>847 skills</a:t>
          </a:r>
          <a:endParaRPr lang="fr-FR" sz="1800" kern="1200"/>
        </a:p>
      </dsp:txBody>
      <dsp:txXfrm>
        <a:off x="9584369" y="1142171"/>
        <a:ext cx="1375495" cy="840082"/>
      </dsp:txXfrm>
    </dsp:sp>
    <dsp:sp modelId="{7011ACB4-3B0D-4DB4-A73C-4737EC636ECB}">
      <dsp:nvSpPr>
        <dsp:cNvPr id="0" name=""/>
        <dsp:cNvSpPr/>
      </dsp:nvSpPr>
      <dsp:spPr>
        <a:xfrm>
          <a:off x="9379762" y="892946"/>
          <a:ext cx="178470" cy="1784709"/>
        </a:xfrm>
        <a:custGeom>
          <a:avLst/>
          <a:gdLst/>
          <a:ahLst/>
          <a:cxnLst/>
          <a:rect l="0" t="0" r="0" b="0"/>
          <a:pathLst>
            <a:path>
              <a:moveTo>
                <a:pt x="0" y="0"/>
              </a:moveTo>
              <a:lnTo>
                <a:pt x="0" y="1784709"/>
              </a:lnTo>
              <a:lnTo>
                <a:pt x="178470" y="17847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09F53E-D3B5-43BA-9C3A-D33055C674BE}">
      <dsp:nvSpPr>
        <dsp:cNvPr id="0" name=""/>
        <dsp:cNvSpPr/>
      </dsp:nvSpPr>
      <dsp:spPr>
        <a:xfrm>
          <a:off x="9558233" y="2231478"/>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844948"/>
              <a:satOff val="-16496"/>
              <a:lumOff val="3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Instructor ID </a:t>
          </a:r>
          <a:r>
            <a:rPr lang="en-US" sz="1800" b="1" kern="1200"/>
            <a:t>141793623</a:t>
          </a:r>
          <a:r>
            <a:rPr lang="en-US" sz="1800" kern="1200"/>
            <a:t> → </a:t>
          </a:r>
          <a:r>
            <a:rPr lang="en-US" sz="1800" b="1" kern="1200"/>
            <a:t>804 skills</a:t>
          </a:r>
          <a:endParaRPr lang="fr-FR" sz="1800" kern="1200"/>
        </a:p>
      </dsp:txBody>
      <dsp:txXfrm>
        <a:off x="9584369" y="2257614"/>
        <a:ext cx="1375495" cy="840082"/>
      </dsp:txXfrm>
    </dsp:sp>
    <dsp:sp modelId="{A7DA6E6A-05C6-4ACC-AA8F-545DF50D2A87}">
      <dsp:nvSpPr>
        <dsp:cNvPr id="0" name=""/>
        <dsp:cNvSpPr/>
      </dsp:nvSpPr>
      <dsp:spPr>
        <a:xfrm>
          <a:off x="9379762" y="892946"/>
          <a:ext cx="178470" cy="2900153"/>
        </a:xfrm>
        <a:custGeom>
          <a:avLst/>
          <a:gdLst/>
          <a:ahLst/>
          <a:cxnLst/>
          <a:rect l="0" t="0" r="0" b="0"/>
          <a:pathLst>
            <a:path>
              <a:moveTo>
                <a:pt x="0" y="0"/>
              </a:moveTo>
              <a:lnTo>
                <a:pt x="0" y="2900153"/>
              </a:lnTo>
              <a:lnTo>
                <a:pt x="178470" y="290015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5E272E-39BA-44B5-9947-F15E9DAE915E}">
      <dsp:nvSpPr>
        <dsp:cNvPr id="0" name=""/>
        <dsp:cNvSpPr/>
      </dsp:nvSpPr>
      <dsp:spPr>
        <a:xfrm>
          <a:off x="9558233" y="3346922"/>
          <a:ext cx="1427767" cy="89235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921761"/>
              <a:satOff val="-17996"/>
              <a:lumOff val="3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Microsoft → </a:t>
          </a:r>
          <a:r>
            <a:rPr lang="en-US" sz="1800" b="1" kern="1200"/>
            <a:t>525 skills</a:t>
          </a:r>
          <a:endParaRPr lang="fr-FR" sz="1800" kern="1200"/>
        </a:p>
      </dsp:txBody>
      <dsp:txXfrm>
        <a:off x="9584369" y="3373058"/>
        <a:ext cx="1375495" cy="8400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40B86-5A6A-4013-94D0-08EADDDA0DFD}">
      <dsp:nvSpPr>
        <dsp:cNvPr id="0" name=""/>
        <dsp:cNvSpPr/>
      </dsp:nvSpPr>
      <dsp:spPr>
        <a:xfrm rot="5400000">
          <a:off x="7184345" y="-3015569"/>
          <a:ext cx="931160" cy="7199930"/>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Total categories: </a:t>
          </a:r>
          <a:r>
            <a:rPr lang="en-US" sz="2000" b="1" kern="1200" dirty="0"/>
            <a:t>11</a:t>
          </a:r>
          <a:endParaRPr lang="fr-FR" sz="2000" b="1" kern="1200" dirty="0"/>
        </a:p>
      </dsp:txBody>
      <dsp:txXfrm rot="-5400000">
        <a:off x="4049961" y="164270"/>
        <a:ext cx="7154475" cy="840250"/>
      </dsp:txXfrm>
    </dsp:sp>
    <dsp:sp modelId="{C14A86CA-D0E2-4936-A914-5A37BAA9EBC2}">
      <dsp:nvSpPr>
        <dsp:cNvPr id="0" name=""/>
        <dsp:cNvSpPr/>
      </dsp:nvSpPr>
      <dsp:spPr>
        <a:xfrm>
          <a:off x="0" y="2419"/>
          <a:ext cx="4049960" cy="11639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b="1" kern="1200"/>
            <a:t>Main KPI</a:t>
          </a:r>
          <a:endParaRPr lang="fr-FR" sz="2300" kern="1200"/>
        </a:p>
      </dsp:txBody>
      <dsp:txXfrm>
        <a:off x="56819" y="59238"/>
        <a:ext cx="3936322" cy="1050312"/>
      </dsp:txXfrm>
    </dsp:sp>
    <dsp:sp modelId="{2E835145-F37E-4AA6-8DF7-57AC02F691CA}">
      <dsp:nvSpPr>
        <dsp:cNvPr id="0" name=""/>
        <dsp:cNvSpPr/>
      </dsp:nvSpPr>
      <dsp:spPr>
        <a:xfrm rot="5400000">
          <a:off x="7184345" y="-1793421"/>
          <a:ext cx="931160" cy="7199930"/>
        </a:xfrm>
        <a:prstGeom prst="round2SameRect">
          <a:avLst/>
        </a:prstGeom>
        <a:solidFill>
          <a:schemeClr val="accent5">
            <a:tint val="40000"/>
            <a:alpha val="90000"/>
            <a:hueOff val="255316"/>
            <a:satOff val="-6784"/>
            <a:lumOff val="-274"/>
            <a:alphaOff val="0"/>
          </a:schemeClr>
        </a:solidFill>
        <a:ln w="12700" cap="flat" cmpd="sng" algn="ctr">
          <a:solidFill>
            <a:schemeClr val="accent5">
              <a:tint val="40000"/>
              <a:alpha val="90000"/>
              <a:hueOff val="255316"/>
              <a:satOff val="-6784"/>
              <a:lumOff val="-27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Social Sciences → </a:t>
          </a:r>
          <a:r>
            <a:rPr lang="en-US" sz="2000" b="1" kern="1200" dirty="0"/>
            <a:t>1.50</a:t>
          </a:r>
          <a:endParaRPr lang="fr-FR" sz="2000" kern="1200" dirty="0"/>
        </a:p>
        <a:p>
          <a:pPr marL="228600" lvl="1" indent="-228600" algn="l" defTabSz="889000">
            <a:lnSpc>
              <a:spcPct val="90000"/>
            </a:lnSpc>
            <a:spcBef>
              <a:spcPct val="0"/>
            </a:spcBef>
            <a:spcAft>
              <a:spcPct val="15000"/>
            </a:spcAft>
            <a:buChar char="•"/>
          </a:pPr>
          <a:r>
            <a:rPr lang="en-US" sz="2000" kern="1200" dirty="0"/>
            <a:t>Health → </a:t>
          </a:r>
          <a:r>
            <a:rPr lang="en-US" sz="2000" b="1" kern="1200" dirty="0"/>
            <a:t>1.14</a:t>
          </a:r>
          <a:endParaRPr lang="fr-FR" sz="2000" kern="1200" dirty="0"/>
        </a:p>
        <a:p>
          <a:pPr marL="228600" lvl="1" indent="-228600" algn="l" defTabSz="889000">
            <a:lnSpc>
              <a:spcPct val="90000"/>
            </a:lnSpc>
            <a:spcBef>
              <a:spcPct val="0"/>
            </a:spcBef>
            <a:spcAft>
              <a:spcPct val="15000"/>
            </a:spcAft>
            <a:buChar char="•"/>
          </a:pPr>
          <a:r>
            <a:rPr lang="en-US" sz="2000" kern="1200" dirty="0"/>
            <a:t>Business → </a:t>
          </a:r>
          <a:r>
            <a:rPr lang="en-US" sz="2000" b="1" kern="1200" dirty="0"/>
            <a:t>1.03</a:t>
          </a:r>
          <a:endParaRPr lang="fr-FR" sz="2000" kern="1200" dirty="0"/>
        </a:p>
      </dsp:txBody>
      <dsp:txXfrm rot="-5400000">
        <a:off x="4049961" y="1386418"/>
        <a:ext cx="7154475" cy="840250"/>
      </dsp:txXfrm>
    </dsp:sp>
    <dsp:sp modelId="{B0743756-9C35-40F3-9E9A-17CE96ECC77B}">
      <dsp:nvSpPr>
        <dsp:cNvPr id="0" name=""/>
        <dsp:cNvSpPr/>
      </dsp:nvSpPr>
      <dsp:spPr>
        <a:xfrm>
          <a:off x="0" y="1224568"/>
          <a:ext cx="4049960" cy="1163950"/>
        </a:xfrm>
        <a:prstGeom prst="roundRect">
          <a:avLst/>
        </a:prstGeom>
        <a:solidFill>
          <a:schemeClr val="accent5">
            <a:hueOff val="307254"/>
            <a:satOff val="-5999"/>
            <a:lumOff val="1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b="1" kern="1200"/>
            <a:t>Average number of instructors per course (by category)</a:t>
          </a:r>
          <a:endParaRPr lang="fr-FR" sz="2300" kern="1200"/>
        </a:p>
      </dsp:txBody>
      <dsp:txXfrm>
        <a:off x="56819" y="1281387"/>
        <a:ext cx="3936322" cy="1050312"/>
      </dsp:txXfrm>
    </dsp:sp>
    <dsp:sp modelId="{78C9EB9C-CD38-4AA8-8D4F-11F08E264F22}">
      <dsp:nvSpPr>
        <dsp:cNvPr id="0" name=""/>
        <dsp:cNvSpPr/>
      </dsp:nvSpPr>
      <dsp:spPr>
        <a:xfrm rot="5400000">
          <a:off x="7184345" y="-571272"/>
          <a:ext cx="931160" cy="7199930"/>
        </a:xfrm>
        <a:prstGeom prst="round2SameRect">
          <a:avLst/>
        </a:prstGeom>
        <a:solidFill>
          <a:schemeClr val="accent5">
            <a:tint val="40000"/>
            <a:alpha val="90000"/>
            <a:hueOff val="510632"/>
            <a:satOff val="-13569"/>
            <a:lumOff val="-548"/>
            <a:alphaOff val="0"/>
          </a:schemeClr>
        </a:solidFill>
        <a:ln w="12700" cap="flat" cmpd="sng" algn="ctr">
          <a:solidFill>
            <a:schemeClr val="accent5">
              <a:tint val="40000"/>
              <a:alpha val="90000"/>
              <a:hueOff val="510632"/>
              <a:satOff val="-13569"/>
              <a:lumOff val="-5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Personal Development → </a:t>
          </a:r>
          <a:r>
            <a:rPr lang="en-US" sz="2000" b="1" kern="1200" dirty="0"/>
            <a:t>2.50</a:t>
          </a:r>
          <a:endParaRPr lang="fr-FR" sz="2000" kern="1200" dirty="0"/>
        </a:p>
        <a:p>
          <a:pPr marL="228600" lvl="1" indent="-228600" algn="l" defTabSz="889000">
            <a:lnSpc>
              <a:spcPct val="90000"/>
            </a:lnSpc>
            <a:spcBef>
              <a:spcPct val="0"/>
            </a:spcBef>
            <a:spcAft>
              <a:spcPct val="15000"/>
            </a:spcAft>
            <a:buChar char="•"/>
          </a:pPr>
          <a:r>
            <a:rPr lang="en-US" sz="2000" kern="1200"/>
            <a:t>Business → </a:t>
          </a:r>
          <a:r>
            <a:rPr lang="en-US" sz="2000" b="1" kern="1200"/>
            <a:t>2.10</a:t>
          </a:r>
          <a:endParaRPr lang="fr-FR" sz="2000" kern="1200"/>
        </a:p>
        <a:p>
          <a:pPr marL="228600" lvl="1" indent="-228600" algn="l" defTabSz="889000">
            <a:lnSpc>
              <a:spcPct val="90000"/>
            </a:lnSpc>
            <a:spcBef>
              <a:spcPct val="0"/>
            </a:spcBef>
            <a:spcAft>
              <a:spcPct val="15000"/>
            </a:spcAft>
            <a:buChar char="•"/>
          </a:pPr>
          <a:r>
            <a:rPr lang="en-US" sz="2000" kern="1200" dirty="0"/>
            <a:t>Math &amp; Logical → </a:t>
          </a:r>
          <a:r>
            <a:rPr lang="en-US" sz="2000" b="1" kern="1200" dirty="0"/>
            <a:t>1.90</a:t>
          </a:r>
          <a:endParaRPr lang="fr-FR" sz="2000" kern="1200" dirty="0"/>
        </a:p>
      </dsp:txBody>
      <dsp:txXfrm rot="-5400000">
        <a:off x="4049961" y="2608567"/>
        <a:ext cx="7154475" cy="840250"/>
      </dsp:txXfrm>
    </dsp:sp>
    <dsp:sp modelId="{5C451CB5-2C64-43B0-B09C-D980F15F291E}">
      <dsp:nvSpPr>
        <dsp:cNvPr id="0" name=""/>
        <dsp:cNvSpPr/>
      </dsp:nvSpPr>
      <dsp:spPr>
        <a:xfrm>
          <a:off x="0" y="2446716"/>
          <a:ext cx="4049960" cy="1163950"/>
        </a:xfrm>
        <a:prstGeom prst="roundRect">
          <a:avLst/>
        </a:prstGeom>
        <a:solidFill>
          <a:schemeClr val="accent5">
            <a:hueOff val="614507"/>
            <a:satOff val="-11997"/>
            <a:lumOff val="2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b="1" kern="1200"/>
            <a:t>Average number of skills per course (by category)</a:t>
          </a:r>
          <a:endParaRPr lang="fr-FR" sz="2300" kern="1200"/>
        </a:p>
      </dsp:txBody>
      <dsp:txXfrm>
        <a:off x="56819" y="2503535"/>
        <a:ext cx="3936322" cy="1050312"/>
      </dsp:txXfrm>
    </dsp:sp>
    <dsp:sp modelId="{D08C61A3-D108-46DF-862B-C4E1F7792B87}">
      <dsp:nvSpPr>
        <dsp:cNvPr id="0" name=""/>
        <dsp:cNvSpPr/>
      </dsp:nvSpPr>
      <dsp:spPr>
        <a:xfrm rot="5400000">
          <a:off x="7184345" y="650875"/>
          <a:ext cx="931160" cy="7199930"/>
        </a:xfrm>
        <a:prstGeom prst="round2SameRect">
          <a:avLst/>
        </a:prstGeom>
        <a:solidFill>
          <a:schemeClr val="accent5">
            <a:tint val="40000"/>
            <a:alpha val="90000"/>
            <a:hueOff val="765948"/>
            <a:satOff val="-20353"/>
            <a:lumOff val="-822"/>
            <a:alphaOff val="0"/>
          </a:schemeClr>
        </a:solidFill>
        <a:ln w="12700" cap="flat" cmpd="sng" algn="ctr">
          <a:solidFill>
            <a:schemeClr val="accent5">
              <a:tint val="40000"/>
              <a:alpha val="90000"/>
              <a:hueOff val="765948"/>
              <a:satOff val="-20353"/>
              <a:lumOff val="-8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Grouped column chart showing </a:t>
          </a:r>
          <a:r>
            <a:rPr lang="en-US" sz="2000" b="1" kern="1200" dirty="0"/>
            <a:t>Total Courses</a:t>
          </a:r>
          <a:r>
            <a:rPr lang="en-US" sz="2000" kern="1200" dirty="0"/>
            <a:t>, </a:t>
          </a:r>
          <a:r>
            <a:rPr lang="en-US" sz="2000" b="1" kern="1200" dirty="0"/>
            <a:t>Total Skills</a:t>
          </a:r>
          <a:r>
            <a:rPr lang="en-US" sz="2000" kern="1200" dirty="0"/>
            <a:t>, and </a:t>
          </a:r>
          <a:r>
            <a:rPr lang="en-US" sz="2000" b="1" kern="1200" dirty="0"/>
            <a:t>Total Instructors</a:t>
          </a:r>
          <a:r>
            <a:rPr lang="en-US" sz="2000" kern="1200" dirty="0"/>
            <a:t> per category.</a:t>
          </a:r>
          <a:endParaRPr lang="fr-FR" sz="2000" kern="1200" dirty="0"/>
        </a:p>
      </dsp:txBody>
      <dsp:txXfrm rot="-5400000">
        <a:off x="4049961" y="3830715"/>
        <a:ext cx="7154475" cy="840250"/>
      </dsp:txXfrm>
    </dsp:sp>
    <dsp:sp modelId="{96F0DEF2-EF4C-4C21-98EB-F74F2B18037B}">
      <dsp:nvSpPr>
        <dsp:cNvPr id="0" name=""/>
        <dsp:cNvSpPr/>
      </dsp:nvSpPr>
      <dsp:spPr>
        <a:xfrm>
          <a:off x="0" y="3668865"/>
          <a:ext cx="4049960" cy="1163950"/>
        </a:xfrm>
        <a:prstGeom prst="roundRect">
          <a:avLst/>
        </a:prstGeom>
        <a:solidFill>
          <a:schemeClr val="accent5">
            <a:hueOff val="921761"/>
            <a:satOff val="-17996"/>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b="1" kern="1200"/>
            <a:t>Combined overview</a:t>
          </a:r>
          <a:endParaRPr lang="fr-FR" sz="2300" kern="1200"/>
        </a:p>
      </dsp:txBody>
      <dsp:txXfrm>
        <a:off x="56819" y="3725684"/>
        <a:ext cx="3936322" cy="105031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F33397-38B4-4521-A946-2156402FB235}" type="datetimeFigureOut">
              <a:rPr lang="fr-FR" smtClean="0"/>
              <a:t>26/11/2025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6BA5C5-DE29-4EA2-BCEA-E3B412851701}" type="slidenum">
              <a:rPr lang="fr-FR" smtClean="0"/>
              <a:t>‹N°›</a:t>
            </a:fld>
            <a:endParaRPr lang="fr-FR"/>
          </a:p>
        </p:txBody>
      </p:sp>
    </p:spTree>
    <p:extLst>
      <p:ext uri="{BB962C8B-B14F-4D97-AF65-F5344CB8AC3E}">
        <p14:creationId xmlns:p14="http://schemas.microsoft.com/office/powerpoint/2010/main" val="3397126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F6BA5C5-DE29-4EA2-BCEA-E3B412851701}" type="slidenum">
              <a:rPr lang="fr-FR" smtClean="0"/>
              <a:t>1</a:t>
            </a:fld>
            <a:endParaRPr lang="fr-FR"/>
          </a:p>
        </p:txBody>
      </p:sp>
    </p:spTree>
    <p:extLst>
      <p:ext uri="{BB962C8B-B14F-4D97-AF65-F5344CB8AC3E}">
        <p14:creationId xmlns:p14="http://schemas.microsoft.com/office/powerpoint/2010/main" val="1111393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F6BA5C5-DE29-4EA2-BCEA-E3B412851701}" type="slidenum">
              <a:rPr lang="fr-FR" smtClean="0"/>
              <a:t>3</a:t>
            </a:fld>
            <a:endParaRPr lang="fr-FR"/>
          </a:p>
        </p:txBody>
      </p:sp>
    </p:spTree>
    <p:extLst>
      <p:ext uri="{BB962C8B-B14F-4D97-AF65-F5344CB8AC3E}">
        <p14:creationId xmlns:p14="http://schemas.microsoft.com/office/powerpoint/2010/main" val="3295515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Number of Course by category</a:t>
            </a:r>
            <a:endParaRPr dirty="0"/>
          </a:p>
          <a:p>
            <a:r>
              <a:rPr b="0" dirty="0"/>
              <a:t>This bar chart shows the number of courses per category, with Health leading at 774 courses.</a:t>
            </a:r>
            <a:endParaRPr dirty="0"/>
          </a:p>
          <a:p>
            <a:endParaRPr dirty="0"/>
          </a:p>
          <a:p>
            <a:r>
              <a:rPr b="1" dirty="0"/>
              <a:t>Number of course by instructor</a:t>
            </a:r>
            <a:endParaRPr dirty="0"/>
          </a:p>
          <a:p>
            <a:r>
              <a:rPr b="0" dirty="0"/>
              <a:t>This column chart shows the number of courses per instructor, with the instructor ID 158375127 leading at 229 courses, followed by Microsoft with 134 courses.</a:t>
            </a:r>
            <a:endParaRPr dirty="0"/>
          </a:p>
          <a:p>
            <a:endParaRPr dirty="0"/>
          </a:p>
          <a:p>
            <a:r>
              <a:rPr b="1" dirty="0"/>
              <a:t>Number of courses by skills</a:t>
            </a:r>
            <a:endParaRPr dirty="0"/>
          </a:p>
          <a:p>
            <a:r>
              <a:rPr b="0" dirty="0"/>
              <a:t>This column chart shows the number of courses per skill, with Data Analysis leading at 415 courses.</a:t>
            </a:r>
            <a:endParaRPr dirty="0"/>
          </a:p>
          <a:p>
            <a:endParaRPr dirty="0"/>
          </a:p>
          <a:p>
            <a:r>
              <a:rPr b="1" dirty="0"/>
              <a:t>Number of courses by skills</a:t>
            </a:r>
            <a:endParaRPr dirty="0"/>
          </a:p>
          <a:p>
            <a:r>
              <a:rPr b="0" dirty="0"/>
              <a:t>This chart shows the number of courses per skill as a Treemap
.</a:t>
            </a:r>
            <a:endParaRPr dirty="0"/>
          </a:p>
          <a:p>
            <a:endParaRPr dirty="0"/>
          </a:p>
          <a:p>
            <a:r>
              <a:rPr b="1" dirty="0"/>
              <a:t>textbox</a:t>
            </a:r>
            <a:endParaRPr dirty="0"/>
          </a:p>
          <a:p>
            <a:r>
              <a:rPr b="0" dirty="0"/>
              <a:t>COURSERA COURSES OVERWIEW
</a:t>
            </a:r>
            <a:endParaRPr dirty="0"/>
          </a:p>
          <a:p>
            <a:endParaRPr dirty="0"/>
          </a:p>
          <a:p>
            <a:r>
              <a:rPr b="1" dirty="0"/>
              <a:t>textbox</a:t>
            </a:r>
            <a:endParaRPr dirty="0"/>
          </a:p>
          <a:p>
            <a:r>
              <a:rPr b="0" dirty="0"/>
              <a:t>This page shows key metrics such as total number of courses and total teaching languages. Visuals display course distribution by categories, instructors, and skills, giving a clear view of the platform’s diversity and trends.
</a:t>
            </a:r>
            <a:endParaRPr dirty="0"/>
          </a:p>
          <a:p>
            <a:endParaRPr dirty="0"/>
          </a:p>
          <a:p>
            <a:r>
              <a:rPr b="1" dirty="0"/>
              <a:t>Total Courses</a:t>
            </a:r>
            <a:endParaRPr dirty="0"/>
          </a:p>
          <a:p>
            <a:r>
              <a:rPr b="0" dirty="0"/>
              <a:t>This KPI shows the total number of courses in the Coursera platform.</a:t>
            </a:r>
            <a:endParaRPr dirty="0"/>
          </a:p>
          <a:p>
            <a:endParaRPr dirty="0"/>
          </a:p>
          <a:p>
            <a:r>
              <a:rPr b="1" dirty="0"/>
              <a:t>Total Languages</a:t>
            </a:r>
            <a:endParaRPr dirty="0"/>
          </a:p>
          <a:p>
            <a:r>
              <a:rPr b="0" dirty="0"/>
              <a:t>This KPI shows the total number of learning language.</a:t>
            </a:r>
            <a:endParaRPr dirty="0"/>
          </a:p>
          <a:p>
            <a:endParaRPr dirty="0"/>
          </a:p>
          <a:p>
            <a:r>
              <a:rPr b="1" dirty="0"/>
              <a:t>listSlicer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Number of instructors by course</a:t>
            </a:r>
            <a:endParaRPr dirty="0"/>
          </a:p>
          <a:p>
            <a:r>
              <a:rPr b="0" dirty="0"/>
              <a:t>This column chart shows the distribution of instructors by course</a:t>
            </a:r>
            <a:endParaRPr dirty="0"/>
          </a:p>
          <a:p>
            <a:endParaRPr dirty="0"/>
          </a:p>
          <a:p>
            <a:r>
              <a:rPr b="1" dirty="0"/>
              <a:t>Total  instructors by category</a:t>
            </a:r>
            <a:endParaRPr dirty="0"/>
          </a:p>
          <a:p>
            <a:r>
              <a:rPr b="0" dirty="0"/>
              <a:t>This treemap shows the distribution of instructors by category.</a:t>
            </a:r>
            <a:endParaRPr dirty="0"/>
          </a:p>
          <a:p>
            <a:endParaRPr dirty="0"/>
          </a:p>
          <a:p>
            <a:r>
              <a:rPr b="1" dirty="0"/>
              <a:t>Top 20 Total Instructors by skills</a:t>
            </a:r>
            <a:endParaRPr dirty="0"/>
          </a:p>
          <a:p>
            <a:r>
              <a:rPr b="0" dirty="0"/>
              <a:t>This treemap shows the distribution of instructors by skill.</a:t>
            </a:r>
            <a:endParaRPr dirty="0"/>
          </a:p>
          <a:p>
            <a:endParaRPr dirty="0"/>
          </a:p>
          <a:p>
            <a:r>
              <a:rPr b="1" dirty="0"/>
              <a:t>Total Instructors</a:t>
            </a:r>
            <a:endParaRPr dirty="0"/>
          </a:p>
          <a:p>
            <a:r>
              <a:rPr b="0" dirty="0"/>
              <a:t>This KPI shows the total number of instructors in the  Coursera platform  4,033.</a:t>
            </a:r>
            <a:endParaRPr dirty="0"/>
          </a:p>
          <a:p>
            <a:endParaRPr dirty="0"/>
          </a:p>
          <a:p>
            <a:r>
              <a:rPr b="1" dirty="0"/>
              <a:t>textbox</a:t>
            </a:r>
            <a:endParaRPr dirty="0"/>
          </a:p>
          <a:p>
            <a:r>
              <a:rPr b="0" dirty="0"/>
              <a:t>INSTRUCTORS OVERVIEW</a:t>
            </a:r>
            <a:endParaRPr dirty="0"/>
          </a:p>
          <a:p>
            <a:endParaRPr dirty="0"/>
          </a:p>
          <a:p>
            <a:r>
              <a:rPr b="1" dirty="0"/>
              <a:t>textbox</a:t>
            </a:r>
            <a:endParaRPr dirty="0"/>
          </a:p>
          <a:p>
            <a:r>
              <a:rPr b="0" dirty="0"/>
              <a:t>This page shows the total number of instructors and their distribution by category, top skills, and pathways. Visuals include treemaps and a column chart for a clear overview of instructor data.</a:t>
            </a:r>
            <a:endParaRPr dirty="0"/>
          </a:p>
          <a:p>
            <a:endParaRPr dirty="0"/>
          </a:p>
          <a:p>
            <a:r>
              <a:rPr b="1" dirty="0"/>
              <a:t>listSlicer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Number of skills by course</a:t>
            </a:r>
            <a:endParaRPr dirty="0"/>
          </a:p>
          <a:p>
            <a:r>
              <a:rPr b="0" dirty="0"/>
              <a:t>This column chart shows the number of skills per course</a:t>
            </a:r>
            <a:endParaRPr dirty="0"/>
          </a:p>
          <a:p>
            <a:endParaRPr dirty="0"/>
          </a:p>
          <a:p>
            <a:r>
              <a:rPr b="1" dirty="0"/>
              <a:t>treemap</a:t>
            </a:r>
            <a:endParaRPr dirty="0"/>
          </a:p>
          <a:p>
            <a:r>
              <a:rPr b="0" dirty="0"/>
              <a:t>This treemap shows the distribution of skills by category.</a:t>
            </a:r>
            <a:endParaRPr dirty="0"/>
          </a:p>
          <a:p>
            <a:endParaRPr dirty="0"/>
          </a:p>
          <a:p>
            <a:r>
              <a:rPr b="1" dirty="0"/>
              <a:t>clusteredColumnChart</a:t>
            </a:r>
            <a:endParaRPr dirty="0"/>
          </a:p>
          <a:p>
            <a:r>
              <a:rPr b="0" dirty="0"/>
              <a:t>This column chart shows the distribution of skills by i,nstructor</a:t>
            </a:r>
            <a:endParaRPr dirty="0"/>
          </a:p>
          <a:p>
            <a:endParaRPr dirty="0"/>
          </a:p>
          <a:p>
            <a:r>
              <a:rPr b="1" dirty="0"/>
              <a:t>Search courses</a:t>
            </a:r>
            <a:endParaRPr dirty="0"/>
          </a:p>
          <a:p>
            <a:r>
              <a:rPr b="0" dirty="0"/>
              <a:t>This filter allows users to search course names by keyword</a:t>
            </a:r>
            <a:endParaRPr dirty="0"/>
          </a:p>
          <a:p>
            <a:endParaRPr dirty="0"/>
          </a:p>
          <a:p>
            <a:r>
              <a:rPr b="1" dirty="0"/>
              <a:t>Category filter</a:t>
            </a:r>
            <a:endParaRPr dirty="0"/>
          </a:p>
          <a:p>
            <a:r>
              <a:rPr b="0" dirty="0"/>
              <a:t>This filter allows users to select the course category.</a:t>
            </a:r>
            <a:endParaRPr dirty="0"/>
          </a:p>
          <a:p>
            <a:endParaRPr dirty="0"/>
          </a:p>
          <a:p>
            <a:r>
              <a:rPr b="1" dirty="0"/>
              <a:t>Total Skills</a:t>
            </a:r>
            <a:endParaRPr dirty="0"/>
          </a:p>
          <a:p>
            <a:r>
              <a:rPr b="0" dirty="0"/>
              <a:t>This KPI shows the total number of skills available on the Coursera platform in our dataset.his KPI shows the total number of instructors in the  Coursera platform  4,033.</a:t>
            </a:r>
            <a:endParaRPr dirty="0"/>
          </a:p>
          <a:p>
            <a:endParaRPr dirty="0"/>
          </a:p>
          <a:p>
            <a:r>
              <a:rPr b="1" dirty="0"/>
              <a:t>textbox</a:t>
            </a:r>
            <a:endParaRPr dirty="0"/>
          </a:p>
          <a:p>
            <a:r>
              <a:rPr b="0" dirty="0"/>
              <a:t>SKILLS OVERVIEW</a:t>
            </a:r>
            <a:endParaRPr dirty="0"/>
          </a:p>
          <a:p>
            <a:endParaRPr dirty="0"/>
          </a:p>
          <a:p>
            <a:r>
              <a:rPr b="1" dirty="0"/>
              <a:t>textbox</a:t>
            </a:r>
            <a:endParaRPr dirty="0"/>
          </a:p>
          <a:p>
            <a:r>
              <a:rPr b="0" dirty="0"/>
              <a:t>This page provides an overview of skills across courses, instructors, and categories. It includes a total skills KPI, search filters, and visualizations showing skills by course, category, and instructor.</a:t>
            </a:r>
            <a:endParaRPr dirty="0"/>
          </a:p>
          <a:p>
            <a:endParaRPr dirty="0"/>
          </a:p>
          <a:p>
            <a:r>
              <a:rPr b="1" dirty="0"/>
              <a:t>Search Instructors</a:t>
            </a:r>
            <a:endParaRPr dirty="0"/>
          </a:p>
          <a:p>
            <a:r>
              <a:rPr b="0" dirty="0"/>
              <a:t>This filter allows users to search skills name by keyword</a:t>
            </a:r>
            <a:endParaRPr dirty="0"/>
          </a:p>
          <a:p>
            <a:endParaRPr dirty="0"/>
          </a:p>
          <a:p>
            <a:r>
              <a:rPr b="1" dirty="0"/>
              <a:t>Search Skills</a:t>
            </a:r>
            <a:endParaRPr dirty="0"/>
          </a:p>
          <a:p>
            <a:r>
              <a:rPr b="0" dirty="0"/>
              <a:t>This filter allows users to search course names by keyword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clusteredColumnChart</a:t>
            </a:r>
            <a:endParaRPr dirty="0"/>
          </a:p>
          <a:p>
            <a:r>
              <a:rPr b="0" dirty="0"/>
              <a:t>This clustered column chart shows the distribution of courses, instructors, and skills for each category</a:t>
            </a:r>
            <a:endParaRPr dirty="0"/>
          </a:p>
          <a:p>
            <a:endParaRPr dirty="0"/>
          </a:p>
          <a:p>
            <a:r>
              <a:rPr b="1" dirty="0"/>
              <a:t>listSlicer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Total Categories</a:t>
            </a:r>
            <a:endParaRPr dirty="0"/>
          </a:p>
          <a:p>
            <a:r>
              <a:rPr b="0" dirty="0"/>
              <a:t>This KPI shows the total number of category in the Coursera platform.</a:t>
            </a:r>
            <a:endParaRPr dirty="0"/>
          </a:p>
          <a:p>
            <a:endParaRPr dirty="0"/>
          </a:p>
          <a:p>
            <a:r>
              <a:rPr b="1" dirty="0"/>
              <a:t>clusteredColumnChart</a:t>
            </a:r>
            <a:endParaRPr dirty="0"/>
          </a:p>
          <a:p>
            <a:r>
              <a:rPr b="0" dirty="0"/>
              <a:t>This column chart shows the average number of instructors per course for each category, with a reference line indicating the overall average across all categories.</a:t>
            </a:r>
            <a:endParaRPr dirty="0"/>
          </a:p>
          <a:p>
            <a:endParaRPr dirty="0"/>
          </a:p>
          <a:p>
            <a:r>
              <a:rPr b="1" dirty="0"/>
              <a:t>clusteredColumnChart</a:t>
            </a:r>
            <a:endParaRPr dirty="0"/>
          </a:p>
          <a:p>
            <a:r>
              <a:rPr b="0" dirty="0"/>
              <a:t>This column chart shows the average number of skills per course for each category, with a reference line indicating the overall average across all categories.</a:t>
            </a:r>
            <a:endParaRPr dirty="0"/>
          </a:p>
          <a:p>
            <a:endParaRPr dirty="0"/>
          </a:p>
          <a:p>
            <a:r>
              <a:rPr b="1" dirty="0"/>
              <a:t>textbox</a:t>
            </a:r>
            <a:endParaRPr dirty="0"/>
          </a:p>
          <a:p>
            <a:r>
              <a:rPr b="0" dirty="0"/>
              <a:t>Categories Overview</a:t>
            </a:r>
            <a:endParaRPr dirty="0"/>
          </a:p>
          <a:p>
            <a:endParaRPr dirty="0"/>
          </a:p>
          <a:p>
            <a:r>
              <a:rPr b="1" dirty="0"/>
              <a:t>textbox</a:t>
            </a:r>
            <a:endParaRPr dirty="0"/>
          </a:p>
          <a:p>
            <a:r>
              <a:rPr b="0" dirty="0"/>
              <a:t>This page provides an overview of course categories on the Coursera platform. It includes a KPI showing the total number of categories, charts displaying the average number of instructors and skills per course by category, and a clustered chart comparing categories on the total number of courses, instructors, and skills</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a:p>
            <a:r>
              <a:rPr b="1" dirty="0"/>
              <a:t>textSlicer</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747689600"/>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14498519"/>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026881434"/>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004331513"/>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925692461"/>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28091396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358181125"/>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99339043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884807526"/>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553214220"/>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982640967"/>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37502222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114602199"/>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3477968373"/>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3884178095"/>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696319291"/>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61923873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596327974"/>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27ED9C8-F09A-4D9E-BEC0-4725162E21FF}"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3666616721"/>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27ED9C8-F09A-4D9E-BEC0-4725162E21FF}"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497152238"/>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86581726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5733596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1516437785"/>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64479751"/>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94453224"/>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2727204385"/>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a:t>
            </a:fld>
            <a:endParaRPr lang="en-US"/>
          </a:p>
        </p:txBody>
      </p:sp>
    </p:spTree>
    <p:extLst>
      <p:ext uri="{BB962C8B-B14F-4D97-AF65-F5344CB8AC3E}">
        <p14:creationId xmlns:p14="http://schemas.microsoft.com/office/powerpoint/2010/main" val="3346676589"/>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‹N°›</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27ED9C8-F09A-4D9E-BEC0-4725162E21FF}" type="datetimeFigureOut">
              <a:rPr lang="en-US" smtClean="0"/>
              <a:t>11/26/2025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C7D807A-D3EC-4DEA-86E2-120E4093F1A6}" type="slidenum">
              <a:rPr lang="en-US" smtClean="0"/>
              <a:t>‹N°›</a:t>
            </a:fld>
            <a:endParaRPr lang="en-US"/>
          </a:p>
        </p:txBody>
      </p:sp>
    </p:spTree>
    <p:extLst>
      <p:ext uri="{BB962C8B-B14F-4D97-AF65-F5344CB8AC3E}">
        <p14:creationId xmlns:p14="http://schemas.microsoft.com/office/powerpoint/2010/main" val="344576254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65f7d6e0-94a2-4287-9c88-f56762779025?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ab9598eb-fadc-4723-90ad-16bf50b8acdf/?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ab9598eb-fadc-4723-90ad-16bf50b8acdf/?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ab9598eb-fadc-4723-90ad-16bf50b8acdf/?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me/reports/65f7d6e0-94a2-4287-9c88-f56762779025/?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noGrp="1"/>
          </p:cNvSpPr>
          <p:nvPr>
            <p:ph type="title" idx="4294967295"/>
          </p:nvPr>
        </p:nvSpPr>
        <p:spPr>
          <a:xfrm>
            <a:off x="0" y="1098550"/>
            <a:ext cx="9947564"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70C0"/>
                </a:solidFill>
                <a:effectLst/>
                <a:uLnTx/>
                <a:uFillTx/>
                <a:latin typeface="Segoe UI Light" charset="0"/>
                <a:ea typeface="Segoe UI Light" charset="0"/>
                <a:cs typeface="Segoe UI Light" charset="0"/>
              </a:rPr>
              <a:t>COURSERA COURSES METADATA FOR ANALYTICS 2025</a:t>
            </a: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rgbClr val="0070C0"/>
                </a:solidFill>
                <a:latin typeface="Segoe UI Semibold" charset="0"/>
                <a:ea typeface="Segoe UI Semibold" charset="0"/>
                <a:cs typeface="Segoe UI Semibold" charset="0"/>
              </a:rPr>
              <a:t>Downloaded at:</a:t>
            </a:r>
          </a:p>
          <a:p>
            <a:r>
              <a:rPr lang="en-US" sz="900" b="0" i="0" dirty="0">
                <a:solidFill>
                  <a:srgbClr val="0070C0"/>
                </a:solidFill>
                <a:latin typeface="Segoe UI" charset="0"/>
                <a:ea typeface="Segoe UI" charset="0"/>
                <a:cs typeface="Segoe UI" charset="0"/>
              </a:rPr>
              <a:t>11/24/2025 9:08:21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rgbClr val="0070C0"/>
                </a:solidFill>
                <a:latin typeface="Segoe UI Semibold" charset="0"/>
                <a:ea typeface="Segoe UI Semibold" charset="0"/>
                <a:cs typeface="Segoe UI Semibold" charset="0"/>
              </a:rPr>
              <a:t>Last data refresh:</a:t>
            </a:r>
            <a:endParaRPr lang="en-US" sz="900" b="1" i="0" dirty="0">
              <a:solidFill>
                <a:srgbClr val="0070C0"/>
              </a:solidFill>
              <a:latin typeface="Segoe UI Semibold" charset="0"/>
              <a:ea typeface="Segoe UI Semibold" charset="0"/>
              <a:cs typeface="Segoe UI Semibold" charset="0"/>
            </a:endParaRPr>
          </a:p>
          <a:p>
            <a:r>
              <a:rPr lang="en-US" sz="900" dirty="0">
                <a:solidFill>
                  <a:srgbClr val="0070C0"/>
                </a:solidFill>
                <a:latin typeface="Segoe UI" charset="0"/>
                <a:ea typeface="Segoe UI" charset="0"/>
                <a:cs typeface="Segoe UI" charset="0"/>
              </a:rPr>
              <a:t>11/24/2025 8:53:36 PM UTC</a:t>
            </a:r>
            <a:endParaRPr lang="en-US" sz="900" b="0" i="0" dirty="0">
              <a:solidFill>
                <a:srgbClr val="0070C0"/>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
        <p:nvSpPr>
          <p:cNvPr id="4" name="ZoneTexte 3">
            <a:extLst>
              <a:ext uri="{FF2B5EF4-FFF2-40B4-BE49-F238E27FC236}">
                <a16:creationId xmlns:a16="http://schemas.microsoft.com/office/drawing/2014/main" id="{2958901E-538F-A310-2F4D-C28FEBC224DF}"/>
              </a:ext>
            </a:extLst>
          </p:cNvPr>
          <p:cNvSpPr txBox="1"/>
          <p:nvPr/>
        </p:nvSpPr>
        <p:spPr>
          <a:xfrm>
            <a:off x="4169176" y="5654267"/>
            <a:ext cx="7190509" cy="1077218"/>
          </a:xfrm>
          <a:prstGeom prst="rect">
            <a:avLst/>
          </a:prstGeom>
          <a:noFill/>
        </p:spPr>
        <p:txBody>
          <a:bodyPr wrap="square" rtlCol="0">
            <a:spAutoFit/>
          </a:bodyPr>
          <a:lstStyle/>
          <a:p>
            <a:r>
              <a:rPr lang="en-US" sz="3200" dirty="0">
                <a:solidFill>
                  <a:srgbClr val="0070C0"/>
                </a:solidFill>
              </a:rPr>
              <a:t>Prepared by Sandrine </a:t>
            </a:r>
            <a:r>
              <a:rPr lang="en-US" sz="3200" dirty="0" err="1">
                <a:solidFill>
                  <a:srgbClr val="0070C0"/>
                </a:solidFill>
              </a:rPr>
              <a:t>Aboudi</a:t>
            </a:r>
            <a:r>
              <a:rPr lang="en-US" sz="3200" dirty="0">
                <a:solidFill>
                  <a:srgbClr val="0070C0"/>
                </a:solidFill>
              </a:rPr>
              <a:t> (November 2025)</a:t>
            </a:r>
            <a:endParaRPr lang="fr-FR" sz="3200" dirty="0">
              <a:solidFill>
                <a:srgbClr val="0070C0"/>
              </a:solidFill>
            </a:endParaRPr>
          </a:p>
        </p:txBody>
      </p:sp>
    </p:spTree>
    <p:extLst>
      <p:ext uri="{BB962C8B-B14F-4D97-AF65-F5344CB8AC3E}">
        <p14:creationId xmlns:p14="http://schemas.microsoft.com/office/powerpoint/2010/main" val="7630729"/>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574D4-7E67-ABB6-E7C6-D783A709C71D}"/>
              </a:ext>
            </a:extLst>
          </p:cNvPr>
          <p:cNvSpPr txBox="1"/>
          <p:nvPr/>
        </p:nvSpPr>
        <p:spPr>
          <a:xfrm>
            <a:off x="415637" y="568037"/>
            <a:ext cx="10030690" cy="5557355"/>
          </a:xfrm>
          <a:prstGeom prst="rect">
            <a:avLst/>
          </a:prstGeom>
          <a:noFill/>
        </p:spPr>
        <p:txBody>
          <a:bodyPr wrap="square" rtlCol="0">
            <a:spAutoFit/>
          </a:bodyPr>
          <a:lstStyle/>
          <a:p>
            <a:pPr algn="ctr">
              <a:lnSpc>
                <a:spcPct val="90000"/>
              </a:lnSpc>
              <a:spcBef>
                <a:spcPct val="0"/>
              </a:spcBef>
              <a:defRPr/>
            </a:pPr>
            <a:r>
              <a:rPr lang="fr-FR" sz="3200" b="1" dirty="0">
                <a:solidFill>
                  <a:srgbClr val="0070C0"/>
                </a:solidFill>
                <a:effectLst/>
                <a:latin typeface="Segoe UI Light" charset="0"/>
                <a:cs typeface="Segoe UI Light" charset="0"/>
              </a:rPr>
              <a:t>INTRODUCTION</a:t>
            </a:r>
          </a:p>
          <a:p>
            <a:pPr>
              <a:lnSpc>
                <a:spcPct val="150000"/>
              </a:lnSpc>
            </a:pPr>
            <a:r>
              <a:rPr lang="en-US" sz="2000" dirty="0"/>
              <a:t>This presentation is based on a Coursera dataset </a:t>
            </a:r>
            <a:r>
              <a:rPr lang="en-US" sz="2000" b="1" dirty="0"/>
              <a:t>sourced from the Kaggle platform</a:t>
            </a:r>
            <a:r>
              <a:rPr lang="en-US" sz="2000" dirty="0"/>
              <a:t>.</a:t>
            </a:r>
            <a:br>
              <a:rPr lang="en-US" sz="2000" dirty="0"/>
            </a:br>
            <a:r>
              <a:rPr lang="en-US" sz="2000" dirty="0"/>
              <a:t>After obtaining the data, an initial phase of </a:t>
            </a:r>
            <a:r>
              <a:rPr lang="en-US" sz="2000" b="1" dirty="0"/>
              <a:t>exploration, cleaning, and preparation</a:t>
            </a:r>
            <a:r>
              <a:rPr lang="en-US" sz="2000" dirty="0"/>
              <a:t> was carried out in </a:t>
            </a:r>
            <a:r>
              <a:rPr lang="en-US" sz="2000" b="1" dirty="0"/>
              <a:t>Python</a:t>
            </a:r>
            <a:r>
              <a:rPr lang="en-US" sz="2000" dirty="0"/>
              <a:t> to ensure data quality and consistency.</a:t>
            </a:r>
          </a:p>
          <a:p>
            <a:pPr>
              <a:lnSpc>
                <a:spcPct val="150000"/>
              </a:lnSpc>
            </a:pPr>
            <a:r>
              <a:rPr lang="en-US" sz="2000" dirty="0"/>
              <a:t>Once the dataset was prepared, it was imported into </a:t>
            </a:r>
            <a:r>
              <a:rPr lang="en-US" sz="2000" b="1" dirty="0"/>
              <a:t>Power BI</a:t>
            </a:r>
            <a:r>
              <a:rPr lang="en-US" sz="2000" dirty="0"/>
              <a:t> to build interactive dashboards that analyze:</a:t>
            </a:r>
          </a:p>
          <a:p>
            <a:pPr marL="342900" indent="-342900">
              <a:lnSpc>
                <a:spcPct val="150000"/>
              </a:lnSpc>
              <a:buFont typeface="Arial" panose="020B0604020202020204" pitchFamily="34" charset="0"/>
              <a:buChar char="•"/>
            </a:pPr>
            <a:r>
              <a:rPr lang="en-US" sz="2000" dirty="0"/>
              <a:t>The distribution of courses </a:t>
            </a:r>
          </a:p>
          <a:p>
            <a:pPr marL="342900" indent="-342900">
              <a:lnSpc>
                <a:spcPct val="150000"/>
              </a:lnSpc>
              <a:buFont typeface="Arial" panose="020B0604020202020204" pitchFamily="34" charset="0"/>
              <a:buChar char="•"/>
            </a:pPr>
            <a:r>
              <a:rPr lang="en-US" sz="2000" dirty="0"/>
              <a:t>Instructor engagement across categories</a:t>
            </a:r>
          </a:p>
          <a:p>
            <a:pPr marL="342900" indent="-342900">
              <a:lnSpc>
                <a:spcPct val="150000"/>
              </a:lnSpc>
              <a:buFont typeface="Arial" panose="020B0604020202020204" pitchFamily="34" charset="0"/>
              <a:buChar char="•"/>
            </a:pPr>
            <a:r>
              <a:rPr lang="en-US" sz="2000" dirty="0"/>
              <a:t>Skill density per course and per instructor</a:t>
            </a:r>
          </a:p>
          <a:p>
            <a:pPr marL="342900" indent="-342900">
              <a:lnSpc>
                <a:spcPct val="150000"/>
              </a:lnSpc>
              <a:buFont typeface="Arial" panose="020B0604020202020204" pitchFamily="34" charset="0"/>
              <a:buChar char="•"/>
            </a:pPr>
            <a:r>
              <a:rPr lang="en-US" sz="2000" dirty="0"/>
              <a:t>Overall trends observed at the category level</a:t>
            </a:r>
          </a:p>
          <a:p>
            <a:pPr>
              <a:lnSpc>
                <a:spcPct val="150000"/>
              </a:lnSpc>
            </a:pPr>
            <a:r>
              <a:rPr lang="en-US" sz="2000" dirty="0"/>
              <a:t>The objective is to provide a clear, structured, and insightful overview of the educational patterns found in the Coursera dataset.</a:t>
            </a:r>
          </a:p>
        </p:txBody>
      </p:sp>
    </p:spTree>
    <p:extLst>
      <p:ext uri="{BB962C8B-B14F-4D97-AF65-F5344CB8AC3E}">
        <p14:creationId xmlns:p14="http://schemas.microsoft.com/office/powerpoint/2010/main" val="4168494282"/>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2500"/>
                            </p:stCondLst>
                            <p:childTnLst>
                              <p:par>
                                <p:cTn id="9" presetID="10" presetClass="entr" presetSubtype="0" fill="hold" nodeType="afterEffect">
                                  <p:stCondLst>
                                    <p:cond delay="150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childTnLst>
                                </p:cTn>
                              </p:par>
                            </p:childTnLst>
                          </p:cTn>
                        </p:par>
                        <p:par>
                          <p:cTn id="12" fill="hold">
                            <p:stCondLst>
                              <p:cond delay="5000"/>
                            </p:stCondLst>
                            <p:childTnLst>
                              <p:par>
                                <p:cTn id="13" presetID="10" presetClass="entr" presetSubtype="0" fill="hold" nodeType="afterEffect">
                                  <p:stCondLst>
                                    <p:cond delay="150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000"/>
                                        <p:tgtEl>
                                          <p:spTgt spid="2">
                                            <p:txEl>
                                              <p:pRg st="2" end="2"/>
                                            </p:txEl>
                                          </p:spTgt>
                                        </p:tgtEl>
                                      </p:cBhvr>
                                    </p:animEffect>
                                  </p:childTnLst>
                                </p:cTn>
                              </p:par>
                            </p:childTnLst>
                          </p:cTn>
                        </p:par>
                        <p:par>
                          <p:cTn id="16" fill="hold">
                            <p:stCondLst>
                              <p:cond delay="7500"/>
                            </p:stCondLst>
                            <p:childTnLst>
                              <p:par>
                                <p:cTn id="17" presetID="10" presetClass="entr" presetSubtype="0" fill="hold" nodeType="afterEffect">
                                  <p:stCondLst>
                                    <p:cond delay="150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childTnLst>
                                </p:cTn>
                              </p:par>
                            </p:childTnLst>
                          </p:cTn>
                        </p:par>
                        <p:par>
                          <p:cTn id="20" fill="hold">
                            <p:stCondLst>
                              <p:cond delay="10000"/>
                            </p:stCondLst>
                            <p:childTnLst>
                              <p:par>
                                <p:cTn id="21" presetID="10" presetClass="entr" presetSubtype="0" fill="hold" nodeType="afterEffect">
                                  <p:stCondLst>
                                    <p:cond delay="150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1000"/>
                                        <p:tgtEl>
                                          <p:spTgt spid="2">
                                            <p:txEl>
                                              <p:pRg st="4" end="4"/>
                                            </p:txEl>
                                          </p:spTgt>
                                        </p:tgtEl>
                                      </p:cBhvr>
                                    </p:animEffect>
                                  </p:childTnLst>
                                </p:cTn>
                              </p:par>
                            </p:childTnLst>
                          </p:cTn>
                        </p:par>
                        <p:par>
                          <p:cTn id="24" fill="hold">
                            <p:stCondLst>
                              <p:cond delay="12500"/>
                            </p:stCondLst>
                            <p:childTnLst>
                              <p:par>
                                <p:cTn id="25" presetID="10" presetClass="entr" presetSubtype="0" fill="hold" nodeType="afterEffect">
                                  <p:stCondLst>
                                    <p:cond delay="150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1000"/>
                                        <p:tgtEl>
                                          <p:spTgt spid="2">
                                            <p:txEl>
                                              <p:pRg st="5" end="5"/>
                                            </p:txEl>
                                          </p:spTgt>
                                        </p:tgtEl>
                                      </p:cBhvr>
                                    </p:animEffect>
                                  </p:childTnLst>
                                </p:cTn>
                              </p:par>
                            </p:childTnLst>
                          </p:cTn>
                        </p:par>
                        <p:par>
                          <p:cTn id="28" fill="hold">
                            <p:stCondLst>
                              <p:cond delay="15000"/>
                            </p:stCondLst>
                            <p:childTnLst>
                              <p:par>
                                <p:cTn id="29" presetID="10" presetClass="entr" presetSubtype="0" fill="hold" nodeType="afterEffect">
                                  <p:stCondLst>
                                    <p:cond delay="150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1000"/>
                                        <p:tgtEl>
                                          <p:spTgt spid="2">
                                            <p:txEl>
                                              <p:pRg st="6" end="6"/>
                                            </p:txEl>
                                          </p:spTgt>
                                        </p:tgtEl>
                                      </p:cBhvr>
                                    </p:animEffect>
                                  </p:childTnLst>
                                </p:cTn>
                              </p:par>
                            </p:childTnLst>
                          </p:cTn>
                        </p:par>
                        <p:par>
                          <p:cTn id="32" fill="hold">
                            <p:stCondLst>
                              <p:cond delay="17500"/>
                            </p:stCondLst>
                            <p:childTnLst>
                              <p:par>
                                <p:cTn id="33" presetID="10" presetClass="entr" presetSubtype="0" fill="hold" nodeType="afterEffect">
                                  <p:stCondLst>
                                    <p:cond delay="150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fade">
                                      <p:cBhvr>
                                        <p:cTn id="35" dur="1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7138F93-67A0-2009-58F2-91493399374A}"/>
              </a:ext>
            </a:extLst>
          </p:cNvPr>
          <p:cNvSpPr txBox="1"/>
          <p:nvPr/>
        </p:nvSpPr>
        <p:spPr>
          <a:xfrm>
            <a:off x="1814945" y="304800"/>
            <a:ext cx="8562109" cy="6191375"/>
          </a:xfrm>
          <a:prstGeom prst="rect">
            <a:avLst/>
          </a:prstGeom>
          <a:noFill/>
        </p:spPr>
        <p:txBody>
          <a:bodyPr wrap="square" rtlCol="0">
            <a:spAutoFit/>
          </a:bodyPr>
          <a:lstStyle/>
          <a:p>
            <a:pPr algn="ctr"/>
            <a:r>
              <a:rPr lang="en-US" sz="4000" b="1" dirty="0">
                <a:solidFill>
                  <a:srgbClr val="0070C0"/>
                </a:solidFill>
                <a:effectLst/>
                <a:latin typeface="Segoe UI Light" charset="0"/>
                <a:cs typeface="Segoe UI Light" charset="0"/>
              </a:rPr>
              <a:t>Summary</a:t>
            </a:r>
          </a:p>
          <a:p>
            <a:pPr marL="285750" indent="-285750">
              <a:lnSpc>
                <a:spcPct val="150000"/>
              </a:lnSpc>
              <a:buFont typeface="Arial" panose="020B0604020202020204" pitchFamily="34" charset="0"/>
              <a:buChar char="•"/>
            </a:pPr>
            <a:r>
              <a:rPr lang="en-US" sz="2000" dirty="0"/>
              <a:t>Slide 1 — Title and Presenter</a:t>
            </a:r>
          </a:p>
          <a:p>
            <a:pPr marL="285750" indent="-285750">
              <a:lnSpc>
                <a:spcPct val="150000"/>
              </a:lnSpc>
              <a:buFont typeface="Arial" panose="020B0604020202020204" pitchFamily="34" charset="0"/>
              <a:buChar char="•"/>
            </a:pPr>
            <a:r>
              <a:rPr lang="en-US" sz="2000" dirty="0"/>
              <a:t>Slide 2 — Introduction</a:t>
            </a:r>
          </a:p>
          <a:p>
            <a:pPr marL="285750" indent="-285750">
              <a:lnSpc>
                <a:spcPct val="150000"/>
              </a:lnSpc>
              <a:buFont typeface="Arial" panose="020B0604020202020204" pitchFamily="34" charset="0"/>
              <a:buChar char="•"/>
            </a:pPr>
            <a:r>
              <a:rPr lang="en-US" sz="2000" dirty="0"/>
              <a:t>Slide 3 — Summary</a:t>
            </a:r>
          </a:p>
          <a:p>
            <a:pPr marL="285750" indent="-285750">
              <a:lnSpc>
                <a:spcPct val="150000"/>
              </a:lnSpc>
              <a:buFont typeface="Arial" panose="020B0604020202020204" pitchFamily="34" charset="0"/>
              <a:buChar char="•"/>
            </a:pPr>
            <a:r>
              <a:rPr lang="en-US" sz="2000" dirty="0"/>
              <a:t>Slide 4 — Courses Dashboard</a:t>
            </a:r>
          </a:p>
          <a:p>
            <a:pPr marL="285750" indent="-285750">
              <a:lnSpc>
                <a:spcPct val="150000"/>
              </a:lnSpc>
              <a:buFont typeface="Arial" panose="020B0604020202020204" pitchFamily="34" charset="0"/>
              <a:buChar char="•"/>
            </a:pPr>
            <a:r>
              <a:rPr lang="en-US" sz="2000" dirty="0"/>
              <a:t>Slide 5 — Courses Insights</a:t>
            </a:r>
          </a:p>
          <a:p>
            <a:pPr marL="285750" indent="-285750">
              <a:lnSpc>
                <a:spcPct val="150000"/>
              </a:lnSpc>
              <a:buFont typeface="Arial" panose="020B0604020202020204" pitchFamily="34" charset="0"/>
              <a:buChar char="•"/>
            </a:pPr>
            <a:r>
              <a:rPr lang="en-US" sz="2000" dirty="0"/>
              <a:t>Slide 6 — Instructors Dashboard</a:t>
            </a:r>
          </a:p>
          <a:p>
            <a:pPr marL="285750" indent="-285750">
              <a:lnSpc>
                <a:spcPct val="150000"/>
              </a:lnSpc>
              <a:buFont typeface="Arial" panose="020B0604020202020204" pitchFamily="34" charset="0"/>
              <a:buChar char="•"/>
            </a:pPr>
            <a:r>
              <a:rPr lang="en-US" sz="2000" dirty="0"/>
              <a:t>Slide 7 — Instructors Insights</a:t>
            </a:r>
          </a:p>
          <a:p>
            <a:pPr marL="285750" indent="-285750">
              <a:lnSpc>
                <a:spcPct val="150000"/>
              </a:lnSpc>
              <a:buFont typeface="Arial" panose="020B0604020202020204" pitchFamily="34" charset="0"/>
              <a:buChar char="•"/>
            </a:pPr>
            <a:r>
              <a:rPr lang="en-US" sz="2000" dirty="0"/>
              <a:t>Slide 8 — Skills Dashboard</a:t>
            </a:r>
          </a:p>
          <a:p>
            <a:pPr marL="285750" indent="-285750">
              <a:lnSpc>
                <a:spcPct val="150000"/>
              </a:lnSpc>
              <a:buFont typeface="Arial" panose="020B0604020202020204" pitchFamily="34" charset="0"/>
              <a:buChar char="•"/>
            </a:pPr>
            <a:r>
              <a:rPr lang="en-US" sz="2000" dirty="0"/>
              <a:t>Slide 9 — Skills Insights</a:t>
            </a:r>
          </a:p>
          <a:p>
            <a:pPr marL="285750" indent="-285750">
              <a:lnSpc>
                <a:spcPct val="150000"/>
              </a:lnSpc>
              <a:buFont typeface="Arial" panose="020B0604020202020204" pitchFamily="34" charset="0"/>
              <a:buChar char="•"/>
            </a:pPr>
            <a:r>
              <a:rPr lang="en-US" sz="2000" dirty="0"/>
              <a:t>Slide 10 — Categories Dashboard</a:t>
            </a:r>
          </a:p>
          <a:p>
            <a:pPr marL="285750" indent="-285750">
              <a:lnSpc>
                <a:spcPct val="150000"/>
              </a:lnSpc>
              <a:buFont typeface="Arial" panose="020B0604020202020204" pitchFamily="34" charset="0"/>
              <a:buChar char="•"/>
            </a:pPr>
            <a:r>
              <a:rPr lang="en-US" sz="2000" dirty="0"/>
              <a:t>Slide 11 — Categories Insights</a:t>
            </a:r>
          </a:p>
          <a:p>
            <a:pPr marL="285750" indent="-285750">
              <a:lnSpc>
                <a:spcPct val="150000"/>
              </a:lnSpc>
              <a:buFont typeface="Arial" panose="020B0604020202020204" pitchFamily="34" charset="0"/>
              <a:buChar char="•"/>
            </a:pPr>
            <a:r>
              <a:rPr lang="en-US" sz="2000" dirty="0"/>
              <a:t>Slide 12 — Conclusion</a:t>
            </a:r>
          </a:p>
        </p:txBody>
      </p:sp>
    </p:spTree>
    <p:extLst>
      <p:ext uri="{BB962C8B-B14F-4D97-AF65-F5344CB8AC3E}">
        <p14:creationId xmlns:p14="http://schemas.microsoft.com/office/powerpoint/2010/main" val="1153296163"/>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2500"/>
                            </p:stCondLst>
                            <p:childTnLst>
                              <p:par>
                                <p:cTn id="9" presetID="10" presetClass="entr" presetSubtype="0" fill="hold" nodeType="afterEffect">
                                  <p:stCondLst>
                                    <p:cond delay="150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childTnLst>
                                </p:cTn>
                              </p:par>
                            </p:childTnLst>
                          </p:cTn>
                        </p:par>
                        <p:par>
                          <p:cTn id="12" fill="hold">
                            <p:stCondLst>
                              <p:cond delay="5000"/>
                            </p:stCondLst>
                            <p:childTnLst>
                              <p:par>
                                <p:cTn id="13" presetID="10" presetClass="entr" presetSubtype="0" fill="hold" nodeType="afterEffect">
                                  <p:stCondLst>
                                    <p:cond delay="150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000"/>
                                        <p:tgtEl>
                                          <p:spTgt spid="2">
                                            <p:txEl>
                                              <p:pRg st="2" end="2"/>
                                            </p:txEl>
                                          </p:spTgt>
                                        </p:tgtEl>
                                      </p:cBhvr>
                                    </p:animEffect>
                                  </p:childTnLst>
                                </p:cTn>
                              </p:par>
                            </p:childTnLst>
                          </p:cTn>
                        </p:par>
                        <p:par>
                          <p:cTn id="16" fill="hold">
                            <p:stCondLst>
                              <p:cond delay="7500"/>
                            </p:stCondLst>
                            <p:childTnLst>
                              <p:par>
                                <p:cTn id="17" presetID="10" presetClass="entr" presetSubtype="0" fill="hold" nodeType="afterEffect">
                                  <p:stCondLst>
                                    <p:cond delay="150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childTnLst>
                                </p:cTn>
                              </p:par>
                            </p:childTnLst>
                          </p:cTn>
                        </p:par>
                        <p:par>
                          <p:cTn id="20" fill="hold">
                            <p:stCondLst>
                              <p:cond delay="10000"/>
                            </p:stCondLst>
                            <p:childTnLst>
                              <p:par>
                                <p:cTn id="21" presetID="10" presetClass="entr" presetSubtype="0" fill="hold" nodeType="afterEffect">
                                  <p:stCondLst>
                                    <p:cond delay="150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1000"/>
                                        <p:tgtEl>
                                          <p:spTgt spid="2">
                                            <p:txEl>
                                              <p:pRg st="4" end="4"/>
                                            </p:txEl>
                                          </p:spTgt>
                                        </p:tgtEl>
                                      </p:cBhvr>
                                    </p:animEffect>
                                  </p:childTnLst>
                                </p:cTn>
                              </p:par>
                            </p:childTnLst>
                          </p:cTn>
                        </p:par>
                        <p:par>
                          <p:cTn id="24" fill="hold">
                            <p:stCondLst>
                              <p:cond delay="12500"/>
                            </p:stCondLst>
                            <p:childTnLst>
                              <p:par>
                                <p:cTn id="25" presetID="10" presetClass="entr" presetSubtype="0" fill="hold" nodeType="afterEffect">
                                  <p:stCondLst>
                                    <p:cond delay="150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1000"/>
                                        <p:tgtEl>
                                          <p:spTgt spid="2">
                                            <p:txEl>
                                              <p:pRg st="5" end="5"/>
                                            </p:txEl>
                                          </p:spTgt>
                                        </p:tgtEl>
                                      </p:cBhvr>
                                    </p:animEffect>
                                  </p:childTnLst>
                                </p:cTn>
                              </p:par>
                            </p:childTnLst>
                          </p:cTn>
                        </p:par>
                        <p:par>
                          <p:cTn id="28" fill="hold">
                            <p:stCondLst>
                              <p:cond delay="15000"/>
                            </p:stCondLst>
                            <p:childTnLst>
                              <p:par>
                                <p:cTn id="29" presetID="10" presetClass="entr" presetSubtype="0" fill="hold" nodeType="afterEffect">
                                  <p:stCondLst>
                                    <p:cond delay="150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1000"/>
                                        <p:tgtEl>
                                          <p:spTgt spid="2">
                                            <p:txEl>
                                              <p:pRg st="6" end="6"/>
                                            </p:txEl>
                                          </p:spTgt>
                                        </p:tgtEl>
                                      </p:cBhvr>
                                    </p:animEffect>
                                  </p:childTnLst>
                                </p:cTn>
                              </p:par>
                            </p:childTnLst>
                          </p:cTn>
                        </p:par>
                        <p:par>
                          <p:cTn id="32" fill="hold">
                            <p:stCondLst>
                              <p:cond delay="17500"/>
                            </p:stCondLst>
                            <p:childTnLst>
                              <p:par>
                                <p:cTn id="33" presetID="10" presetClass="entr" presetSubtype="0" fill="hold" nodeType="afterEffect">
                                  <p:stCondLst>
                                    <p:cond delay="150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fade">
                                      <p:cBhvr>
                                        <p:cTn id="35" dur="1000"/>
                                        <p:tgtEl>
                                          <p:spTgt spid="2">
                                            <p:txEl>
                                              <p:pRg st="7" end="7"/>
                                            </p:txEl>
                                          </p:spTgt>
                                        </p:tgtEl>
                                      </p:cBhvr>
                                    </p:animEffect>
                                  </p:childTnLst>
                                </p:cTn>
                              </p:par>
                            </p:childTnLst>
                          </p:cTn>
                        </p:par>
                        <p:par>
                          <p:cTn id="36" fill="hold">
                            <p:stCondLst>
                              <p:cond delay="20000"/>
                            </p:stCondLst>
                            <p:childTnLst>
                              <p:par>
                                <p:cTn id="37" presetID="10" presetClass="entr" presetSubtype="0" fill="hold" nodeType="afterEffect">
                                  <p:stCondLst>
                                    <p:cond delay="150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fade">
                                      <p:cBhvr>
                                        <p:cTn id="39" dur="1000"/>
                                        <p:tgtEl>
                                          <p:spTgt spid="2">
                                            <p:txEl>
                                              <p:pRg st="8" end="8"/>
                                            </p:txEl>
                                          </p:spTgt>
                                        </p:tgtEl>
                                      </p:cBhvr>
                                    </p:animEffect>
                                  </p:childTnLst>
                                </p:cTn>
                              </p:par>
                            </p:childTnLst>
                          </p:cTn>
                        </p:par>
                        <p:par>
                          <p:cTn id="40" fill="hold">
                            <p:stCondLst>
                              <p:cond delay="22500"/>
                            </p:stCondLst>
                            <p:childTnLst>
                              <p:par>
                                <p:cTn id="41" presetID="10" presetClass="entr" presetSubtype="0" fill="hold" nodeType="afterEffect">
                                  <p:stCondLst>
                                    <p:cond delay="150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fade">
                                      <p:cBhvr>
                                        <p:cTn id="43" dur="1000"/>
                                        <p:tgtEl>
                                          <p:spTgt spid="2">
                                            <p:txEl>
                                              <p:pRg st="9" end="9"/>
                                            </p:txEl>
                                          </p:spTgt>
                                        </p:tgtEl>
                                      </p:cBhvr>
                                    </p:animEffect>
                                  </p:childTnLst>
                                </p:cTn>
                              </p:par>
                            </p:childTnLst>
                          </p:cTn>
                        </p:par>
                        <p:par>
                          <p:cTn id="44" fill="hold">
                            <p:stCondLst>
                              <p:cond delay="25000"/>
                            </p:stCondLst>
                            <p:childTnLst>
                              <p:par>
                                <p:cTn id="45" presetID="10" presetClass="entr" presetSubtype="0" fill="hold" nodeType="afterEffect">
                                  <p:stCondLst>
                                    <p:cond delay="150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fade">
                                      <p:cBhvr>
                                        <p:cTn id="47" dur="1000"/>
                                        <p:tgtEl>
                                          <p:spTgt spid="2">
                                            <p:txEl>
                                              <p:pRg st="10" end="10"/>
                                            </p:txEl>
                                          </p:spTgt>
                                        </p:tgtEl>
                                      </p:cBhvr>
                                    </p:animEffect>
                                  </p:childTnLst>
                                </p:cTn>
                              </p:par>
                            </p:childTnLst>
                          </p:cTn>
                        </p:par>
                        <p:par>
                          <p:cTn id="48" fill="hold">
                            <p:stCondLst>
                              <p:cond delay="27500"/>
                            </p:stCondLst>
                            <p:childTnLst>
                              <p:par>
                                <p:cTn id="49" presetID="10" presetClass="entr" presetSubtype="0" fill="hold" nodeType="afterEffect">
                                  <p:stCondLst>
                                    <p:cond delay="1500"/>
                                  </p:stCondLst>
                                  <p:childTnLst>
                                    <p:set>
                                      <p:cBhvr>
                                        <p:cTn id="50" dur="1" fill="hold">
                                          <p:stCondLst>
                                            <p:cond delay="0"/>
                                          </p:stCondLst>
                                        </p:cTn>
                                        <p:tgtEl>
                                          <p:spTgt spid="2">
                                            <p:txEl>
                                              <p:pRg st="11" end="11"/>
                                            </p:txEl>
                                          </p:spTgt>
                                        </p:tgtEl>
                                        <p:attrNameLst>
                                          <p:attrName>style.visibility</p:attrName>
                                        </p:attrNameLst>
                                      </p:cBhvr>
                                      <p:to>
                                        <p:strVal val="visible"/>
                                      </p:to>
                                    </p:set>
                                    <p:animEffect transition="in" filter="fade">
                                      <p:cBhvr>
                                        <p:cTn id="51" dur="1000"/>
                                        <p:tgtEl>
                                          <p:spTgt spid="2">
                                            <p:txEl>
                                              <p:pRg st="11" end="11"/>
                                            </p:txEl>
                                          </p:spTgt>
                                        </p:tgtEl>
                                      </p:cBhvr>
                                    </p:animEffect>
                                  </p:childTnLst>
                                </p:cTn>
                              </p:par>
                            </p:childTnLst>
                          </p:cTn>
                        </p:par>
                        <p:par>
                          <p:cTn id="52" fill="hold">
                            <p:stCondLst>
                              <p:cond delay="30000"/>
                            </p:stCondLst>
                            <p:childTnLst>
                              <p:par>
                                <p:cTn id="53" presetID="10" presetClass="entr" presetSubtype="0" fill="hold" nodeType="afterEffect">
                                  <p:stCondLst>
                                    <p:cond delay="1500"/>
                                  </p:stCondLst>
                                  <p:childTnLst>
                                    <p:set>
                                      <p:cBhvr>
                                        <p:cTn id="54" dur="1" fill="hold">
                                          <p:stCondLst>
                                            <p:cond delay="0"/>
                                          </p:stCondLst>
                                        </p:cTn>
                                        <p:tgtEl>
                                          <p:spTgt spid="2">
                                            <p:txEl>
                                              <p:pRg st="12" end="12"/>
                                            </p:txEl>
                                          </p:spTgt>
                                        </p:tgtEl>
                                        <p:attrNameLst>
                                          <p:attrName>style.visibility</p:attrName>
                                        </p:attrNameLst>
                                      </p:cBhvr>
                                      <p:to>
                                        <p:strVal val="visible"/>
                                      </p:to>
                                    </p:set>
                                    <p:animEffect transition="in" filter="fade">
                                      <p:cBhvr>
                                        <p:cTn id="55" dur="1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Courses</a:t>
            </a:r>
          </a:p>
        </p:txBody>
      </p:sp>
      <p:pic>
        <p:nvPicPr>
          <p:cNvPr id="2" name="Picture" title="This slide contains the following visuals: Number of Course by category ,Number of course by instructor ,textbox ,textbox ,Total Courses ,Total Languages ,listSlicer ,textSlicer ,textSlicer ,textSlicer ,textSlicer ,textSlicer ,textSlicer ,Number of courses by skills ,textSlicer. Please refer to the notes on this slide for details">
            <a:hlinkClick r:id="rId3"/>
            <a:extLst>
              <a:ext uri="{FF2B5EF4-FFF2-40B4-BE49-F238E27FC236}">
                <a16:creationId xmlns:a16="http://schemas.microsoft.com/office/drawing/2014/main" id="{C67053A5-02BE-E3F9-185C-8AF2EFA64C21}"/>
              </a:ext>
            </a:extLst>
          </p:cNvPr>
          <p:cNvPicPr>
            <a:picLocks noChangeAspect="1"/>
          </p:cNvPicPr>
          <p:nvPr/>
        </p:nvPicPr>
        <p:blipFill>
          <a:blip r:embed="rId4"/>
          <a:stretch>
            <a:fillRect/>
          </a:stretch>
        </p:blipFill>
        <p:spPr>
          <a:xfrm>
            <a:off x="0" y="0"/>
            <a:ext cx="12096750" cy="68580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461F7D-1167-BE89-EFB3-59BACA05E2A0}"/>
              </a:ext>
            </a:extLst>
          </p:cNvPr>
          <p:cNvSpPr>
            <a:spLocks noGrp="1"/>
          </p:cNvSpPr>
          <p:nvPr>
            <p:ph type="title"/>
          </p:nvPr>
        </p:nvSpPr>
        <p:spPr>
          <a:xfrm>
            <a:off x="838200" y="365125"/>
            <a:ext cx="10515600" cy="757093"/>
          </a:xfrm>
        </p:spPr>
        <p:txBody>
          <a:bodyPr/>
          <a:lstStyle/>
          <a:p>
            <a:r>
              <a:rPr lang="fr-FR" b="1" dirty="0">
                <a:solidFill>
                  <a:srgbClr val="0070C0"/>
                </a:solidFill>
              </a:rPr>
              <a:t>Courses Dashboard – Key Insights</a:t>
            </a:r>
          </a:p>
        </p:txBody>
      </p:sp>
      <p:graphicFrame>
        <p:nvGraphicFramePr>
          <p:cNvPr id="12" name="Diagramme 11">
            <a:extLst>
              <a:ext uri="{FF2B5EF4-FFF2-40B4-BE49-F238E27FC236}">
                <a16:creationId xmlns:a16="http://schemas.microsoft.com/office/drawing/2014/main" id="{8345FE34-CE9B-A45D-0F62-F3324898C158}"/>
              </a:ext>
            </a:extLst>
          </p:cNvPr>
          <p:cNvGraphicFramePr/>
          <p:nvPr>
            <p:extLst>
              <p:ext uri="{D42A27DB-BD31-4B8C-83A1-F6EECF244321}">
                <p14:modId xmlns:p14="http://schemas.microsoft.com/office/powerpoint/2010/main" val="3004058432"/>
              </p:ext>
            </p:extLst>
          </p:nvPr>
        </p:nvGraphicFramePr>
        <p:xfrm>
          <a:off x="554182" y="1122218"/>
          <a:ext cx="11208328" cy="4678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6067691"/>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4000"/>
                            </p:stCondLst>
                            <p:childTnLst>
                              <p:par>
                                <p:cTn id="9" presetID="10" presetClass="entr" presetSubtype="0" fill="hold" grpId="0" nodeType="afterEffect">
                                  <p:stCondLst>
                                    <p:cond delay="20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20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Instructors</a:t>
            </a:r>
          </a:p>
        </p:txBody>
      </p:sp>
      <p:pic>
        <p:nvPicPr>
          <p:cNvPr id="5" name="Picture" title="This slide contains the following visuals: Number of instructors by course ,Total  instructors by category ,Top 20 Total Instructors by skills ,Total Instructors ,textbox ,textbox ,listSlicer ,textSlicer ,textSlicer ,textSlicer ,textSlicer ,textSlicer ,textSlicer ,textSlicer. Please refer to the notes on this slide for details">
            <a:hlinkClick r:id="rId3"/>
            <a:extLst>
              <a:ext uri="{FF2B5EF4-FFF2-40B4-BE49-F238E27FC236}">
                <a16:creationId xmlns:a16="http://schemas.microsoft.com/office/drawing/2014/main" id="{2917938D-76CA-E0D9-D73A-B2E2FA44B835}"/>
              </a:ext>
            </a:extLst>
          </p:cNvPr>
          <p:cNvPicPr>
            <a:picLocks noChangeAspect="1"/>
          </p:cNvPicPr>
          <p:nvPr/>
        </p:nvPicPr>
        <p:blipFill>
          <a:blip r:embed="rId4"/>
          <a:stretch>
            <a:fillRect/>
          </a:stretch>
        </p:blipFill>
        <p:spPr>
          <a:xfrm>
            <a:off x="0" y="27296"/>
            <a:ext cx="12020550" cy="68580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C0D15E-44A2-93A2-CCCD-FFCA68B0A98F}"/>
              </a:ext>
            </a:extLst>
          </p:cNvPr>
          <p:cNvSpPr>
            <a:spLocks noGrp="1"/>
          </p:cNvSpPr>
          <p:nvPr>
            <p:ph type="title"/>
          </p:nvPr>
        </p:nvSpPr>
        <p:spPr>
          <a:xfrm>
            <a:off x="838200" y="226581"/>
            <a:ext cx="10515600" cy="646255"/>
          </a:xfrm>
        </p:spPr>
        <p:txBody>
          <a:bodyPr>
            <a:normAutofit fontScale="90000"/>
          </a:bodyPr>
          <a:lstStyle/>
          <a:p>
            <a:r>
              <a:rPr lang="fr-FR" b="1" dirty="0" err="1">
                <a:solidFill>
                  <a:srgbClr val="0070C0"/>
                </a:solidFill>
              </a:rPr>
              <a:t>Instructors</a:t>
            </a:r>
            <a:r>
              <a:rPr lang="fr-FR" b="1" dirty="0">
                <a:solidFill>
                  <a:srgbClr val="0070C0"/>
                </a:solidFill>
              </a:rPr>
              <a:t> Dashboard – Key Insights</a:t>
            </a:r>
          </a:p>
        </p:txBody>
      </p:sp>
      <p:graphicFrame>
        <p:nvGraphicFramePr>
          <p:cNvPr id="8" name="Diagramme 7">
            <a:extLst>
              <a:ext uri="{FF2B5EF4-FFF2-40B4-BE49-F238E27FC236}">
                <a16:creationId xmlns:a16="http://schemas.microsoft.com/office/drawing/2014/main" id="{66E985F8-583F-D889-3B7B-F5A891E9D9C3}"/>
              </a:ext>
            </a:extLst>
          </p:cNvPr>
          <p:cNvGraphicFramePr/>
          <p:nvPr>
            <p:extLst>
              <p:ext uri="{D42A27DB-BD31-4B8C-83A1-F6EECF244321}">
                <p14:modId xmlns:p14="http://schemas.microsoft.com/office/powerpoint/2010/main" val="1951920555"/>
              </p:ext>
            </p:extLst>
          </p:nvPr>
        </p:nvGraphicFramePr>
        <p:xfrm>
          <a:off x="415636" y="872836"/>
          <a:ext cx="11222181" cy="59851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2966837"/>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3000"/>
                            </p:stCondLst>
                            <p:childTnLst>
                              <p:par>
                                <p:cTn id="9" presetID="10" presetClass="entr" presetSubtype="0" fill="hold" grpId="0" nodeType="afterEffect">
                                  <p:stCondLst>
                                    <p:cond delay="20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Skills</a:t>
            </a:r>
          </a:p>
        </p:txBody>
      </p:sp>
      <p:pic>
        <p:nvPicPr>
          <p:cNvPr id="2" name="Picture" title="This slide contains the following visuals: Number of skills by course ,treemap ,clusteredColumnChart ,Category filter ,Total Skills ,textbox ,textbox ,Search Instructors ,Search Skills ,Search Courses. Please refer to the notes on this slide for details">
            <a:hlinkClick r:id="rId3"/>
            <a:extLst>
              <a:ext uri="{FF2B5EF4-FFF2-40B4-BE49-F238E27FC236}">
                <a16:creationId xmlns:a16="http://schemas.microsoft.com/office/drawing/2014/main" id="{CA6BD93E-26EC-F899-1EE2-4A0082C1E56B}"/>
              </a:ext>
            </a:extLst>
          </p:cNvPr>
          <p:cNvPicPr>
            <a:picLocks noChangeAspect="1"/>
          </p:cNvPicPr>
          <p:nvPr/>
        </p:nvPicPr>
        <p:blipFill>
          <a:blip r:embed="rId4"/>
          <a:stretch>
            <a:fillRect/>
          </a:stretch>
        </p:blipFill>
        <p:spPr>
          <a:xfrm>
            <a:off x="0" y="0"/>
            <a:ext cx="12096750" cy="68580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363E6C-8574-322D-D6F8-73514A112C8B}"/>
              </a:ext>
            </a:extLst>
          </p:cNvPr>
          <p:cNvSpPr>
            <a:spLocks noGrp="1"/>
          </p:cNvSpPr>
          <p:nvPr>
            <p:ph type="title"/>
          </p:nvPr>
        </p:nvSpPr>
        <p:spPr>
          <a:xfrm>
            <a:off x="838200" y="129598"/>
            <a:ext cx="10515600" cy="1172729"/>
          </a:xfrm>
        </p:spPr>
        <p:txBody>
          <a:bodyPr/>
          <a:lstStyle/>
          <a:p>
            <a:r>
              <a:rPr lang="fr-FR" b="1" dirty="0" err="1">
                <a:solidFill>
                  <a:srgbClr val="0070C0"/>
                </a:solidFill>
              </a:rPr>
              <a:t>Skills</a:t>
            </a:r>
            <a:r>
              <a:rPr lang="fr-FR" b="1" dirty="0">
                <a:solidFill>
                  <a:srgbClr val="0070C0"/>
                </a:solidFill>
              </a:rPr>
              <a:t> Dashboard – Key Insights</a:t>
            </a:r>
          </a:p>
        </p:txBody>
      </p:sp>
      <p:graphicFrame>
        <p:nvGraphicFramePr>
          <p:cNvPr id="8" name="Diagramme 7">
            <a:extLst>
              <a:ext uri="{FF2B5EF4-FFF2-40B4-BE49-F238E27FC236}">
                <a16:creationId xmlns:a16="http://schemas.microsoft.com/office/drawing/2014/main" id="{1A1936E0-3C54-CC11-366F-5BC74AAB63D1}"/>
              </a:ext>
            </a:extLst>
          </p:cNvPr>
          <p:cNvGraphicFramePr/>
          <p:nvPr>
            <p:extLst>
              <p:ext uri="{D42A27DB-BD31-4B8C-83A1-F6EECF244321}">
                <p14:modId xmlns:p14="http://schemas.microsoft.com/office/powerpoint/2010/main" val="1557792590"/>
              </p:ext>
            </p:extLst>
          </p:nvPr>
        </p:nvGraphicFramePr>
        <p:xfrm>
          <a:off x="387928" y="1302327"/>
          <a:ext cx="11263745" cy="5355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1391173"/>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4000"/>
                            </p:stCondLst>
                            <p:childTnLst>
                              <p:par>
                                <p:cTn id="9" presetID="10" presetClass="entr" presetSubtype="0" fill="hold" grpId="0" nodeType="afterEffect">
                                  <p:stCondLst>
                                    <p:cond delay="20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lusteredColumnChart ,listSlicer ,textSlicer ,textSlicer ,textSlicer ,Total Categories ,clusteredColumnChart ,clusteredColumnChart ,textbox ,textbox ,textSlicer ,textSlicer ,text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Category</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CE17ED-BB4D-9E77-2B74-F1FA843FDC83}"/>
              </a:ext>
            </a:extLst>
          </p:cNvPr>
          <p:cNvSpPr>
            <a:spLocks noGrp="1"/>
          </p:cNvSpPr>
          <p:nvPr>
            <p:ph type="title"/>
          </p:nvPr>
        </p:nvSpPr>
        <p:spPr>
          <a:xfrm>
            <a:off x="949036" y="0"/>
            <a:ext cx="10515600" cy="1149927"/>
          </a:xfrm>
        </p:spPr>
        <p:txBody>
          <a:bodyPr/>
          <a:lstStyle/>
          <a:p>
            <a:r>
              <a:rPr lang="fr-FR" b="1" dirty="0" err="1">
                <a:solidFill>
                  <a:srgbClr val="0070C0"/>
                </a:solidFill>
              </a:rPr>
              <a:t>Categories</a:t>
            </a:r>
            <a:r>
              <a:rPr lang="fr-FR" b="1" dirty="0">
                <a:solidFill>
                  <a:srgbClr val="0070C0"/>
                </a:solidFill>
              </a:rPr>
              <a:t> Dashboard – Key Insights</a:t>
            </a:r>
          </a:p>
        </p:txBody>
      </p:sp>
      <p:graphicFrame>
        <p:nvGraphicFramePr>
          <p:cNvPr id="7" name="Diagramme 6">
            <a:extLst>
              <a:ext uri="{FF2B5EF4-FFF2-40B4-BE49-F238E27FC236}">
                <a16:creationId xmlns:a16="http://schemas.microsoft.com/office/drawing/2014/main" id="{17869065-6DD8-6EB1-4E17-4EADDFD49568}"/>
              </a:ext>
            </a:extLst>
          </p:cNvPr>
          <p:cNvGraphicFramePr/>
          <p:nvPr>
            <p:extLst>
              <p:ext uri="{D42A27DB-BD31-4B8C-83A1-F6EECF244321}">
                <p14:modId xmlns:p14="http://schemas.microsoft.com/office/powerpoint/2010/main" val="59216186"/>
              </p:ext>
            </p:extLst>
          </p:nvPr>
        </p:nvGraphicFramePr>
        <p:xfrm>
          <a:off x="581891" y="1260764"/>
          <a:ext cx="11249891" cy="48352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7178685"/>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3000"/>
                            </p:stCondLst>
                            <p:childTnLst>
                              <p:par>
                                <p:cTn id="9" presetID="10" presetClass="entr" presetSubtype="0" fill="hold" grpId="0" nodeType="afterEffect">
                                  <p:stCondLst>
                                    <p:cond delay="20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7"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64513B-4F71-C765-F912-FC0C8B4EA811}"/>
              </a:ext>
            </a:extLst>
          </p:cNvPr>
          <p:cNvSpPr>
            <a:spLocks noGrp="1"/>
          </p:cNvSpPr>
          <p:nvPr>
            <p:ph type="title"/>
          </p:nvPr>
        </p:nvSpPr>
        <p:spPr>
          <a:xfrm>
            <a:off x="677334" y="268405"/>
            <a:ext cx="8596668" cy="1164610"/>
          </a:xfrm>
        </p:spPr>
        <p:txBody>
          <a:bodyPr>
            <a:normAutofit fontScale="90000"/>
          </a:bodyPr>
          <a:lstStyle/>
          <a:p>
            <a:pPr algn="ctr"/>
            <a:r>
              <a:rPr lang="fr-FR" b="1" dirty="0">
                <a:solidFill>
                  <a:srgbClr val="0070C0"/>
                </a:solidFill>
                <a:effectLst/>
                <a:latin typeface="Segoe UI Light" charset="0"/>
                <a:ea typeface="+mn-ea"/>
                <a:cs typeface="Segoe UI Light" charset="0"/>
              </a:rPr>
              <a:t>Conclusion</a:t>
            </a:r>
            <a:br>
              <a:rPr lang="fr-FR" dirty="0"/>
            </a:br>
            <a:endParaRPr lang="fr-FR" dirty="0"/>
          </a:p>
        </p:txBody>
      </p:sp>
      <p:sp>
        <p:nvSpPr>
          <p:cNvPr id="5" name="ZoneTexte 4">
            <a:extLst>
              <a:ext uri="{FF2B5EF4-FFF2-40B4-BE49-F238E27FC236}">
                <a16:creationId xmlns:a16="http://schemas.microsoft.com/office/drawing/2014/main" id="{FAD8D3EB-0B2B-E10B-AABC-DAD9BA6B52AC}"/>
              </a:ext>
            </a:extLst>
          </p:cNvPr>
          <p:cNvSpPr txBox="1"/>
          <p:nvPr/>
        </p:nvSpPr>
        <p:spPr>
          <a:xfrm>
            <a:off x="677333" y="1234283"/>
            <a:ext cx="9422009" cy="4190827"/>
          </a:xfrm>
          <a:prstGeom prst="rect">
            <a:avLst/>
          </a:prstGeom>
          <a:noFill/>
        </p:spPr>
        <p:txBody>
          <a:bodyPr wrap="square" rtlCol="0">
            <a:spAutoFit/>
          </a:bodyPr>
          <a:lstStyle/>
          <a:p>
            <a:pPr>
              <a:lnSpc>
                <a:spcPct val="150000"/>
              </a:lnSpc>
            </a:pPr>
            <a:r>
              <a:rPr lang="en-US" sz="2000" dirty="0"/>
              <a:t>This analysis highlights several key insights from the Coursera dataset:</a:t>
            </a:r>
          </a:p>
          <a:p>
            <a:pPr marL="342900" indent="-342900">
              <a:lnSpc>
                <a:spcPct val="150000"/>
              </a:lnSpc>
              <a:buFont typeface="Wingdings" panose="05000000000000000000" pitchFamily="2" charset="2"/>
              <a:buChar char="v"/>
            </a:pPr>
            <a:r>
              <a:rPr lang="en-US" sz="2000" b="1" dirty="0"/>
              <a:t>Data Analysis</a:t>
            </a:r>
            <a:r>
              <a:rPr lang="en-US" sz="2000" dirty="0"/>
              <a:t> is the skill with the highest number of courses.</a:t>
            </a:r>
          </a:p>
          <a:p>
            <a:pPr marL="342900" indent="-342900">
              <a:lnSpc>
                <a:spcPct val="150000"/>
              </a:lnSpc>
              <a:buFont typeface="Wingdings" panose="05000000000000000000" pitchFamily="2" charset="2"/>
              <a:buChar char="v"/>
            </a:pPr>
            <a:r>
              <a:rPr lang="en-US" sz="2000" b="1" dirty="0"/>
              <a:t>Health</a:t>
            </a:r>
            <a:r>
              <a:rPr lang="en-US" sz="2000" dirty="0"/>
              <a:t> is the top category for both course count and instructor count.</a:t>
            </a:r>
          </a:p>
          <a:p>
            <a:pPr marL="342900" indent="-342900">
              <a:lnSpc>
                <a:spcPct val="150000"/>
              </a:lnSpc>
              <a:buFont typeface="Wingdings" panose="05000000000000000000" pitchFamily="2" charset="2"/>
              <a:buChar char="v"/>
            </a:pPr>
            <a:r>
              <a:rPr lang="en-US" sz="2000" dirty="0"/>
              <a:t>The instructor with </a:t>
            </a:r>
            <a:r>
              <a:rPr lang="en-US" sz="2000" b="1" dirty="0"/>
              <a:t>ID 158 315 127</a:t>
            </a:r>
            <a:r>
              <a:rPr lang="en-US" sz="2000" dirty="0"/>
              <a:t> has the most courses.</a:t>
            </a:r>
          </a:p>
          <a:p>
            <a:pPr marL="342900" indent="-342900">
              <a:lnSpc>
                <a:spcPct val="150000"/>
              </a:lnSpc>
              <a:buFont typeface="Wingdings" panose="05000000000000000000" pitchFamily="2" charset="2"/>
              <a:buChar char="v"/>
            </a:pPr>
            <a:r>
              <a:rPr lang="en-US" sz="2000" b="1" dirty="0"/>
              <a:t>Business</a:t>
            </a:r>
            <a:r>
              <a:rPr lang="en-US" sz="2000" dirty="0"/>
              <a:t> has the highest number of skills.</a:t>
            </a:r>
          </a:p>
          <a:p>
            <a:pPr marL="342900" indent="-342900">
              <a:lnSpc>
                <a:spcPct val="150000"/>
              </a:lnSpc>
              <a:buFont typeface="Wingdings" panose="05000000000000000000" pitchFamily="2" charset="2"/>
              <a:buChar char="v"/>
            </a:pPr>
            <a:r>
              <a:rPr lang="en-US" sz="2000" b="1" dirty="0"/>
              <a:t>Social Sciences</a:t>
            </a:r>
            <a:r>
              <a:rPr lang="en-US" sz="2000" dirty="0"/>
              <a:t> shows the highest average instructors per course.</a:t>
            </a:r>
          </a:p>
          <a:p>
            <a:pPr marL="342900" indent="-342900">
              <a:lnSpc>
                <a:spcPct val="150000"/>
              </a:lnSpc>
              <a:buFont typeface="Wingdings" panose="05000000000000000000" pitchFamily="2" charset="2"/>
              <a:buChar char="v"/>
            </a:pPr>
            <a:r>
              <a:rPr lang="en-US" sz="2000" b="1" dirty="0"/>
              <a:t>Personal Development</a:t>
            </a:r>
            <a:r>
              <a:rPr lang="en-US" sz="2000" dirty="0"/>
              <a:t> has the highest average skills per course.</a:t>
            </a:r>
          </a:p>
          <a:p>
            <a:pPr marL="342900" indent="-342900">
              <a:lnSpc>
                <a:spcPct val="150000"/>
              </a:lnSpc>
              <a:buFont typeface="Wingdings" panose="05000000000000000000" pitchFamily="2" charset="2"/>
              <a:buChar char="v"/>
            </a:pPr>
            <a:r>
              <a:rPr lang="en-US" sz="2000" dirty="0"/>
              <a:t>Although Data Analysis belongs to </a:t>
            </a:r>
            <a:r>
              <a:rPr lang="en-US" sz="2000" b="1" dirty="0"/>
              <a:t>Data Science</a:t>
            </a:r>
            <a:r>
              <a:rPr lang="en-US" sz="2000" dirty="0"/>
              <a:t>, the category shows a </a:t>
            </a:r>
            <a:r>
              <a:rPr lang="en-US" sz="2000" b="1" dirty="0"/>
              <a:t>low average of instructors per course (0.64)</a:t>
            </a:r>
            <a:r>
              <a:rPr lang="en-US" sz="2000" dirty="0"/>
              <a:t>.</a:t>
            </a:r>
          </a:p>
        </p:txBody>
      </p:sp>
    </p:spTree>
    <p:extLst>
      <p:ext uri="{BB962C8B-B14F-4D97-AF65-F5344CB8AC3E}">
        <p14:creationId xmlns:p14="http://schemas.microsoft.com/office/powerpoint/2010/main" val="18667725"/>
      </p:ext>
    </p:extLst>
  </p:cSld>
  <p:clrMapOvr>
    <a:masterClrMapping/>
  </p:clrMapOvr>
  <mc:AlternateContent xmlns:mc="http://schemas.openxmlformats.org/markup-compatibility/2006" xmlns:p14="http://schemas.microsoft.com/office/powerpoint/2010/main">
    <mc:Choice Requires="p14">
      <p:transition spd="slow" p14:dur="2000" advClick="0" advTm="5000">
        <p:fad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3000"/>
                            </p:stCondLst>
                            <p:childTnLst>
                              <p:par>
                                <p:cTn id="9" presetID="10" presetClass="entr" presetSubtype="0" fill="hold" nodeType="afterEffect">
                                  <p:stCondLst>
                                    <p:cond delay="150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1000"/>
                                        <p:tgtEl>
                                          <p:spTgt spid="5">
                                            <p:txEl>
                                              <p:pRg st="0" end="0"/>
                                            </p:txEl>
                                          </p:spTgt>
                                        </p:tgtEl>
                                      </p:cBhvr>
                                    </p:animEffect>
                                  </p:childTnLst>
                                </p:cTn>
                              </p:par>
                            </p:childTnLst>
                          </p:cTn>
                        </p:par>
                        <p:par>
                          <p:cTn id="12" fill="hold">
                            <p:stCondLst>
                              <p:cond delay="5500"/>
                            </p:stCondLst>
                            <p:childTnLst>
                              <p:par>
                                <p:cTn id="13" presetID="10" presetClass="entr" presetSubtype="0" fill="hold" nodeType="afterEffect">
                                  <p:stCondLst>
                                    <p:cond delay="150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1000"/>
                                        <p:tgtEl>
                                          <p:spTgt spid="5">
                                            <p:txEl>
                                              <p:pRg st="1" end="1"/>
                                            </p:txEl>
                                          </p:spTgt>
                                        </p:tgtEl>
                                      </p:cBhvr>
                                    </p:animEffect>
                                  </p:childTnLst>
                                </p:cTn>
                              </p:par>
                            </p:childTnLst>
                          </p:cTn>
                        </p:par>
                        <p:par>
                          <p:cTn id="16" fill="hold">
                            <p:stCondLst>
                              <p:cond delay="8000"/>
                            </p:stCondLst>
                            <p:childTnLst>
                              <p:par>
                                <p:cTn id="17" presetID="10" presetClass="entr" presetSubtype="0" fill="hold" nodeType="afterEffect">
                                  <p:stCondLst>
                                    <p:cond delay="150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childTnLst>
                                </p:cTn>
                              </p:par>
                            </p:childTnLst>
                          </p:cTn>
                        </p:par>
                        <p:par>
                          <p:cTn id="20" fill="hold">
                            <p:stCondLst>
                              <p:cond delay="10500"/>
                            </p:stCondLst>
                            <p:childTnLst>
                              <p:par>
                                <p:cTn id="21" presetID="10" presetClass="entr" presetSubtype="0" fill="hold" nodeType="afterEffect">
                                  <p:stCondLst>
                                    <p:cond delay="150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1000"/>
                                        <p:tgtEl>
                                          <p:spTgt spid="5">
                                            <p:txEl>
                                              <p:pRg st="3" end="3"/>
                                            </p:txEl>
                                          </p:spTgt>
                                        </p:tgtEl>
                                      </p:cBhvr>
                                    </p:animEffect>
                                  </p:childTnLst>
                                </p:cTn>
                              </p:par>
                            </p:childTnLst>
                          </p:cTn>
                        </p:par>
                        <p:par>
                          <p:cTn id="24" fill="hold">
                            <p:stCondLst>
                              <p:cond delay="13000"/>
                            </p:stCondLst>
                            <p:childTnLst>
                              <p:par>
                                <p:cTn id="25" presetID="10" presetClass="entr" presetSubtype="0" fill="hold" nodeType="afterEffect">
                                  <p:stCondLst>
                                    <p:cond delay="150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childTnLst>
                                </p:cTn>
                              </p:par>
                            </p:childTnLst>
                          </p:cTn>
                        </p:par>
                        <p:par>
                          <p:cTn id="28" fill="hold">
                            <p:stCondLst>
                              <p:cond delay="15500"/>
                            </p:stCondLst>
                            <p:childTnLst>
                              <p:par>
                                <p:cTn id="29" presetID="10" presetClass="entr" presetSubtype="0" fill="hold" nodeType="afterEffect">
                                  <p:stCondLst>
                                    <p:cond delay="150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1000"/>
                                        <p:tgtEl>
                                          <p:spTgt spid="5">
                                            <p:txEl>
                                              <p:pRg st="5" end="5"/>
                                            </p:txEl>
                                          </p:spTgt>
                                        </p:tgtEl>
                                      </p:cBhvr>
                                    </p:animEffect>
                                  </p:childTnLst>
                                </p:cTn>
                              </p:par>
                            </p:childTnLst>
                          </p:cTn>
                        </p:par>
                        <p:par>
                          <p:cTn id="32" fill="hold">
                            <p:stCondLst>
                              <p:cond delay="18000"/>
                            </p:stCondLst>
                            <p:childTnLst>
                              <p:par>
                                <p:cTn id="33" presetID="10" presetClass="entr" presetSubtype="0" fill="hold" nodeType="afterEffect">
                                  <p:stCondLst>
                                    <p:cond delay="150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1000"/>
                                        <p:tgtEl>
                                          <p:spTgt spid="5">
                                            <p:txEl>
                                              <p:pRg st="6" end="6"/>
                                            </p:txEl>
                                          </p:spTgt>
                                        </p:tgtEl>
                                      </p:cBhvr>
                                    </p:animEffect>
                                  </p:childTnLst>
                                </p:cTn>
                              </p:par>
                            </p:childTnLst>
                          </p:cTn>
                        </p:par>
                        <p:par>
                          <p:cTn id="36" fill="hold">
                            <p:stCondLst>
                              <p:cond delay="20500"/>
                            </p:stCondLst>
                            <p:childTnLst>
                              <p:par>
                                <p:cTn id="37" presetID="10" presetClass="entr" presetSubtype="0" fill="hold" nodeType="afterEffect">
                                  <p:stCondLst>
                                    <p:cond delay="150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fade">
                                      <p:cBhvr>
                                        <p:cTn id="39" dur="1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ustom Design">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te">
  <a:themeElements>
    <a:clrScheme name="Bleu">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1724</TotalTime>
  <Words>1283</Words>
  <Application>Microsoft Office PowerPoint</Application>
  <PresentationFormat>Grand écran</PresentationFormat>
  <Paragraphs>254</Paragraphs>
  <Slides>12</Slides>
  <Notes>6</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12</vt:i4>
      </vt:variant>
    </vt:vector>
  </HeadingPairs>
  <TitlesOfParts>
    <vt:vector size="24" baseType="lpstr">
      <vt:lpstr>Aptos</vt:lpstr>
      <vt:lpstr>Arial</vt:lpstr>
      <vt:lpstr>Calibri</vt:lpstr>
      <vt:lpstr>Calibri Light</vt:lpstr>
      <vt:lpstr>Segoe UI</vt:lpstr>
      <vt:lpstr>Segoe UI Light</vt:lpstr>
      <vt:lpstr>Segoe UI Semibold</vt:lpstr>
      <vt:lpstr>Trebuchet MS</vt:lpstr>
      <vt:lpstr>Wingdings</vt:lpstr>
      <vt:lpstr>Wingdings 3</vt:lpstr>
      <vt:lpstr>Custom Design</vt:lpstr>
      <vt:lpstr>Facette</vt:lpstr>
      <vt:lpstr>COURSERA COURSES METADATA FOR ANALYTICS 2025</vt:lpstr>
      <vt:lpstr>Présentation PowerPoint</vt:lpstr>
      <vt:lpstr>Présentation PowerPoint</vt:lpstr>
      <vt:lpstr>Courses</vt:lpstr>
      <vt:lpstr>Courses Dashboard – Key Insights</vt:lpstr>
      <vt:lpstr>Instructors</vt:lpstr>
      <vt:lpstr>Instructors Dashboard – Key Insights</vt:lpstr>
      <vt:lpstr>Skills</vt:lpstr>
      <vt:lpstr>Skills Dashboard – Key Insights</vt:lpstr>
      <vt:lpstr>Category</vt:lpstr>
      <vt:lpstr>Categories Dashboard – Key Insights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Marguerite Sandrine ABOUDI</cp:lastModifiedBy>
  <cp:revision>13</cp:revision>
  <dcterms:created xsi:type="dcterms:W3CDTF">2016-09-04T11:54:55Z</dcterms:created>
  <dcterms:modified xsi:type="dcterms:W3CDTF">2025-11-26T04:29:17Z</dcterms:modified>
</cp:coreProperties>
</file>